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41" d="100"/>
          <a:sy n="41" d="100"/>
        </p:scale>
        <p:origin x="9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E4CD-5DD7-5D58-A85D-AEDD15D5E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E7DF8-5AC9-4649-6F65-C34E7CC37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4F3C5-5BAA-A2FA-2195-5550C401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CBDFB-A876-6018-138E-A2CBBC3F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B123-96AA-4C21-8E50-D99B117F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90E0-76BA-4D4F-24EA-5499B08A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9AFB-B8D4-1C9B-AE8E-D670A7EDA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7172B-D03F-C546-E00E-B308885F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28B94-9922-5519-551D-924B1D83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ABCB-1BD4-C078-BC51-2F819FF0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9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0D47-5BF2-81BB-7C66-CB9F9DFC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663CB-C12A-4D04-E2B7-DB1C5A36F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0127-DA39-9E33-644D-753FD794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E4F79-A83E-42DE-FB12-C9509EB3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9E27-89EF-736C-7D93-CCB99D30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7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B5F6-BDAF-E12C-BCC5-351B3EE3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C0599-2627-31F2-4F47-53754B39E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917FC-AFEC-2DA9-CE32-A6648AECC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0A38A-E4BE-B9CC-577F-38F81903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15068-5262-3D38-1AB9-FE4DD1A4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5AE3D-9F63-9722-2D53-399CF11C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5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57E9-6D27-73F5-E376-27473A78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EFDFD-8213-AFD0-F467-0F05CAE5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2A728-7610-A3FF-A01B-30CEAD45D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21973-8C4E-057A-14FA-3FBDF77C1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61D5C-1DA2-EC2D-23DF-2A7DA56CA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B10609-DD11-66E5-BB6A-44C21F79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07A4E-8C5D-F10D-B89C-7884BB1C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75B8C-4BD9-783C-AD80-A7E04152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971A-B386-8D9E-785C-0531646C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D112A-E29C-7199-B031-157366D3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3F783-8BD0-1153-C656-5F0EA441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8396F-FB30-DD35-F782-C11684C9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4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604BB-11EE-655F-5493-78071343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70AF7-7C90-BA6C-043E-32C6213F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8D384-1490-E0B7-1B9D-96554A52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3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EA42-4AD7-EDF3-E84D-6F9CCAFD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B3F1-EC2A-0D87-D7F0-DBBB04540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793BC-1298-AA74-C910-B66BD7CD1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3020E-D0B1-FE3E-D90F-DBF2C543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0906E-1F02-BC7D-79F0-4B717113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2924B-E3FC-6AAA-3E3D-0755C2CD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3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ECE4-D659-1268-54D7-5C2FCF8F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F6ED0-CFE1-6174-91E2-6AF79BB97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C2182-B808-BECC-73CC-745ACA097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7E8B2-E037-B49B-5882-5A4AF9F5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1A4C0-9CF2-6E3C-FD9A-657D0404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FD143-BD84-B192-622E-98352215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8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7B0F-0859-2A29-FAA3-C563FAAF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DB106-0B40-58CE-E63A-50BA24EBE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27522-CEFD-453E-3884-91EDE43E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E0D3-A847-4470-8723-B8FDBD37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5984-683C-E053-0276-21EC52C2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9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7A8C5B-728F-9696-C342-9DE15AAF1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A62EC-29CB-B17A-1635-4684F1046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68AE1-2C95-C4C9-97E3-F8BABA16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9B23F-2C7D-830B-5BCA-94F8D7ED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79FAA-3A45-25DB-D627-7ACC7D6A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3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94DF3-57C4-F136-2B1F-2E9D3934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570B8-24D9-2C25-8028-E6152E043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D2FBF-500F-20FD-D2A5-E3DE044CE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D9093-F198-4DDA-A928-343BBC95D5B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5B82B-9D2B-2E75-A0DC-C41445423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E669-61E5-D074-B423-197D7C8EC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11450-C04D-4EDE-B1DE-0D874050A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C96-5E0A-15A5-1DE2-C6642A22D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Dummy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CD7FC-40BE-7DED-1CCF-C682BB5DD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00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Dummy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Mcgee</dc:creator>
  <cp:lastModifiedBy>Joshua Mcgee</cp:lastModifiedBy>
  <cp:revision>1</cp:revision>
  <dcterms:created xsi:type="dcterms:W3CDTF">2026-09-08T22:10:26Z</dcterms:created>
  <dcterms:modified xsi:type="dcterms:W3CDTF">2026-09-08T22:10:33Z</dcterms:modified>
</cp:coreProperties>
</file>