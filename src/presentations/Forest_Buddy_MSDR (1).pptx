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72" r:id="rId5"/>
    <p:sldId id="276" r:id="rId6"/>
    <p:sldId id="262" r:id="rId7"/>
    <p:sldId id="277" r:id="rId8"/>
    <p:sldId id="264" r:id="rId9"/>
    <p:sldId id="288" r:id="rId10"/>
    <p:sldId id="291" r:id="rId11"/>
    <p:sldId id="278" r:id="rId12"/>
    <p:sldId id="279" r:id="rId13"/>
    <p:sldId id="282" r:id="rId14"/>
    <p:sldId id="280" r:id="rId15"/>
    <p:sldId id="281" r:id="rId16"/>
    <p:sldId id="293" r:id="rId17"/>
    <p:sldId id="296" r:id="rId18"/>
    <p:sldId id="275" r:id="rId19"/>
    <p:sldId id="285" r:id="rId20"/>
    <p:sldId id="290" r:id="rId21"/>
    <p:sldId id="286" r:id="rId22"/>
    <p:sldId id="294" r:id="rId23"/>
    <p:sldId id="297" r:id="rId24"/>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A69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89" dt="2026-10-15T22:56:06.833"/>
    <p1510:client id="{3C6C2D8E-47E8-43E4-A045-BAF44431A484}" v="4953" dt="2026-10-15T23:24:02.144"/>
    <p1510:client id="{4217658F-3FD4-BCB1-8A75-58E0FF92E6D7}" v="8" dt="2026-10-15T20:42:08.048"/>
    <p1510:client id="{55387EAE-C590-91D7-CF8F-C730538F5564}" v="220" dt="2026-10-15T23:21:22.435"/>
    <p1510:client id="{94292008-984F-07AE-98CB-EBCE7FD25924}" v="971" dt="2026-10-15T23:23:20.166"/>
    <p1510:client id="{9EF6C6B6-9124-404A-8DE1-20DA8251AC36}" v="1037" dt="2026-10-15T23:23:10.965"/>
    <p1510:client id="{C4357139-961D-442F-B5CC-C519F54BEEED}" v="1741" dt="2026-10-15T23:19:57.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874" y="48"/>
      </p:cViewPr>
      <p:guideLst>
        <p:guide orient="horz" pos="302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image" Target="../media/image2.jpeg"/><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image" Target="../media/image2.jpeg"/><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CD2794-A283-425A-A7BB-5FA2EB08E55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4ACD733D-3727-4A42-8312-F77722ED3D67}">
      <dgm:prSet phldrT="[Text]" phldr="0" custT="1"/>
      <dgm:spPr/>
      <dgm:t>
        <a:bodyPr/>
        <a:lstStyle/>
        <a:p>
          <a:pPr>
            <a:buNone/>
          </a:pPr>
          <a:r>
            <a:rPr lang="en-US" sz="2000" b="1"/>
            <a:t>Joshua Mcgee</a:t>
          </a:r>
        </a:p>
      </dgm:t>
    </dgm:pt>
    <dgm:pt modelId="{38170684-AED9-490D-B563-25893A9822CA}" type="parTrans" cxnId="{6D699070-5D59-4F4D-AF74-62590C453BED}">
      <dgm:prSet/>
      <dgm:spPr/>
      <dgm:t>
        <a:bodyPr/>
        <a:lstStyle/>
        <a:p>
          <a:endParaRPr lang="en-US"/>
        </a:p>
      </dgm:t>
    </dgm:pt>
    <dgm:pt modelId="{2E342B59-B5FC-4746-96D8-095EA821D3BC}" type="sibTrans" cxnId="{6D699070-5D59-4F4D-AF74-62590C453BED}">
      <dgm:prSet/>
      <dgm:spPr/>
      <dgm:t>
        <a:bodyPr/>
        <a:lstStyle/>
        <a:p>
          <a:endParaRPr lang="en-US"/>
        </a:p>
      </dgm:t>
    </dgm:pt>
    <dgm:pt modelId="{2F1BF99E-FA1C-48D8-AE2C-E7F9EF695AA1}">
      <dgm:prSet phldrT="[Text]" phldr="0" custT="1"/>
      <dgm:spPr/>
      <dgm:t>
        <a:bodyPr/>
        <a:lstStyle/>
        <a:p>
          <a:pPr>
            <a:buNone/>
          </a:pPr>
          <a:r>
            <a:rPr lang="en-US" sz="2000" b="1"/>
            <a:t>Landon Garrett</a:t>
          </a:r>
        </a:p>
      </dgm:t>
    </dgm:pt>
    <dgm:pt modelId="{4280DD54-7786-4518-AEE4-46545A0E5B1A}" type="parTrans" cxnId="{FC0D70D5-D92D-4505-BD8E-CCACFF2508E5}">
      <dgm:prSet/>
      <dgm:spPr/>
      <dgm:t>
        <a:bodyPr/>
        <a:lstStyle/>
        <a:p>
          <a:endParaRPr lang="en-US"/>
        </a:p>
      </dgm:t>
    </dgm:pt>
    <dgm:pt modelId="{283C2210-42DE-4ABC-8141-5E2BEA963730}" type="sibTrans" cxnId="{FC0D70D5-D92D-4505-BD8E-CCACFF2508E5}">
      <dgm:prSet/>
      <dgm:spPr/>
      <dgm:t>
        <a:bodyPr/>
        <a:lstStyle/>
        <a:p>
          <a:endParaRPr lang="en-US"/>
        </a:p>
      </dgm:t>
    </dgm:pt>
    <dgm:pt modelId="{E56671C2-D884-4E1D-9FB5-E918AFACF046}">
      <dgm:prSet phldrT="[Text]" phldr="0" custT="1"/>
      <dgm:spPr/>
      <dgm:t>
        <a:bodyPr/>
        <a:lstStyle/>
        <a:p>
          <a:pPr>
            <a:buNone/>
          </a:pPr>
          <a:r>
            <a:rPr lang="en-US" sz="2000" b="1"/>
            <a:t>Gerardo Hernandez</a:t>
          </a:r>
        </a:p>
      </dgm:t>
    </dgm:pt>
    <dgm:pt modelId="{1A8FD0B0-F62B-41CD-B72F-EF1DB25B15AB}" type="parTrans" cxnId="{E4259655-311C-4064-9C87-263F317E07DE}">
      <dgm:prSet/>
      <dgm:spPr/>
      <dgm:t>
        <a:bodyPr/>
        <a:lstStyle/>
        <a:p>
          <a:endParaRPr lang="en-US"/>
        </a:p>
      </dgm:t>
    </dgm:pt>
    <dgm:pt modelId="{B421509E-20F6-4FC7-869E-D724C0763DBA}" type="sibTrans" cxnId="{E4259655-311C-4064-9C87-263F317E07DE}">
      <dgm:prSet/>
      <dgm:spPr/>
      <dgm:t>
        <a:bodyPr/>
        <a:lstStyle/>
        <a:p>
          <a:endParaRPr lang="en-US"/>
        </a:p>
      </dgm:t>
    </dgm:pt>
    <dgm:pt modelId="{9B593B98-4593-48F9-8FBB-A20076D70C48}">
      <dgm:prSet phldrT="[Text]" custT="1"/>
      <dgm:spPr/>
      <dgm:t>
        <a:bodyPr/>
        <a:lstStyle/>
        <a:p>
          <a:pPr>
            <a:buNone/>
          </a:pPr>
          <a:r>
            <a:rPr lang="en-US" sz="2000"/>
            <a:t>CS</a:t>
          </a:r>
        </a:p>
      </dgm:t>
    </dgm:pt>
    <dgm:pt modelId="{B277A583-1AF0-4EF3-B1F4-3B8D30157BE7}" type="parTrans" cxnId="{BAD61578-7EBB-4ECC-8001-CDA4CFA75BE5}">
      <dgm:prSet/>
      <dgm:spPr/>
      <dgm:t>
        <a:bodyPr/>
        <a:lstStyle/>
        <a:p>
          <a:endParaRPr lang="en-US"/>
        </a:p>
      </dgm:t>
    </dgm:pt>
    <dgm:pt modelId="{8C415E78-7C4D-4B69-A48D-4A380724C883}" type="sibTrans" cxnId="{BAD61578-7EBB-4ECC-8001-CDA4CFA75BE5}">
      <dgm:prSet/>
      <dgm:spPr/>
      <dgm:t>
        <a:bodyPr/>
        <a:lstStyle/>
        <a:p>
          <a:endParaRPr lang="en-US"/>
        </a:p>
      </dgm:t>
    </dgm:pt>
    <dgm:pt modelId="{043F42F6-F945-4846-8345-1BDDAFE61BCA}">
      <dgm:prSet phldrT="[Text]" phldr="0" custT="1"/>
      <dgm:spPr/>
      <dgm:t>
        <a:bodyPr/>
        <a:lstStyle/>
        <a:p>
          <a:pPr>
            <a:buNone/>
          </a:pPr>
          <a:r>
            <a:rPr lang="en-US" sz="2000" b="0"/>
            <a:t>Camera Vision</a:t>
          </a:r>
        </a:p>
      </dgm:t>
    </dgm:pt>
    <dgm:pt modelId="{07685A0A-E19C-471D-AD16-B6050A03273E}" type="parTrans" cxnId="{B0581166-039B-4EE4-8590-BE4C518C6346}">
      <dgm:prSet/>
      <dgm:spPr/>
      <dgm:t>
        <a:bodyPr/>
        <a:lstStyle/>
        <a:p>
          <a:endParaRPr lang="en-US"/>
        </a:p>
      </dgm:t>
    </dgm:pt>
    <dgm:pt modelId="{2AD86664-0FE9-42E8-ACC9-CC3BE2B7AA8C}" type="sibTrans" cxnId="{B0581166-039B-4EE4-8590-BE4C518C6346}">
      <dgm:prSet/>
      <dgm:spPr/>
      <dgm:t>
        <a:bodyPr/>
        <a:lstStyle/>
        <a:p>
          <a:endParaRPr lang="en-US"/>
        </a:p>
      </dgm:t>
    </dgm:pt>
    <dgm:pt modelId="{FD1F791A-FCA4-4828-9EEA-2F36A113AEF0}">
      <dgm:prSet phldrT="[Text]" phldr="0" custT="1"/>
      <dgm:spPr/>
      <dgm:t>
        <a:bodyPr/>
        <a:lstStyle/>
        <a:p>
          <a:pPr>
            <a:buNone/>
          </a:pPr>
          <a:r>
            <a:rPr lang="en-US" sz="2000" b="0"/>
            <a:t>Data Analysis</a:t>
          </a:r>
        </a:p>
      </dgm:t>
    </dgm:pt>
    <dgm:pt modelId="{3CBCE781-E5DF-4F93-82DC-A637EEA04DD6}" type="parTrans" cxnId="{04741851-6181-4E4A-B67E-8F21BD38C40A}">
      <dgm:prSet/>
      <dgm:spPr/>
      <dgm:t>
        <a:bodyPr/>
        <a:lstStyle/>
        <a:p>
          <a:endParaRPr lang="en-US"/>
        </a:p>
      </dgm:t>
    </dgm:pt>
    <dgm:pt modelId="{BDC55267-462C-4482-AD88-011B05A2515D}" type="sibTrans" cxnId="{04741851-6181-4E4A-B67E-8F21BD38C40A}">
      <dgm:prSet/>
      <dgm:spPr/>
      <dgm:t>
        <a:bodyPr/>
        <a:lstStyle/>
        <a:p>
          <a:endParaRPr lang="en-US"/>
        </a:p>
      </dgm:t>
    </dgm:pt>
    <dgm:pt modelId="{1D26B67D-23B5-4D08-8A6A-C03ED0F28009}">
      <dgm:prSet phldrT="[Text]" custT="1"/>
      <dgm:spPr/>
      <dgm:t>
        <a:bodyPr/>
        <a:lstStyle/>
        <a:p>
          <a:pPr rtl="0"/>
          <a:r>
            <a:rPr lang="en-US" sz="2000" b="1" kern="1200">
              <a:latin typeface="Dante"/>
              <a:ea typeface="+mn-ea"/>
              <a:cs typeface="+mn-cs"/>
            </a:rPr>
            <a:t>Alten </a:t>
          </a:r>
          <a:r>
            <a:rPr lang="en-US" sz="2000" b="1" kern="1200">
              <a:latin typeface="Dante"/>
            </a:rPr>
            <a:t>Reeves</a:t>
          </a:r>
        </a:p>
        <a:p>
          <a:pPr rtl="0"/>
          <a:r>
            <a:rPr lang="en-US" sz="2000" kern="1200">
              <a:latin typeface="Dante"/>
            </a:rPr>
            <a:t>Locomotion</a:t>
          </a:r>
          <a:r>
            <a:rPr lang="en-US" sz="1200" kern="1200"/>
            <a:t>  </a:t>
          </a:r>
          <a:endParaRPr lang="en-US" sz="2000" b="1" kern="1200">
            <a:latin typeface="Dante"/>
          </a:endParaRPr>
        </a:p>
      </dgm:t>
    </dgm:pt>
    <dgm:pt modelId="{03442C21-C1CE-4536-AC39-AD48AF5EDA8F}" type="parTrans" cxnId="{5901F30F-E3E4-43C2-BDE9-EC3AE49FAFB1}">
      <dgm:prSet/>
      <dgm:spPr/>
      <dgm:t>
        <a:bodyPr/>
        <a:lstStyle/>
        <a:p>
          <a:endParaRPr lang="en-US"/>
        </a:p>
      </dgm:t>
    </dgm:pt>
    <dgm:pt modelId="{3DF16FA7-F3AD-49E8-8EDE-86D843AD8334}" type="sibTrans" cxnId="{5901F30F-E3E4-43C2-BDE9-EC3AE49FAFB1}">
      <dgm:prSet/>
      <dgm:spPr/>
      <dgm:t>
        <a:bodyPr/>
        <a:lstStyle/>
        <a:p>
          <a:endParaRPr lang="en-US"/>
        </a:p>
      </dgm:t>
    </dgm:pt>
    <dgm:pt modelId="{042DEE6D-4B88-4B20-A2D7-FBE2A383F046}">
      <dgm:prSet phldrT="[Text]" custT="1"/>
      <dgm:spPr/>
      <dgm:t>
        <a:bodyPr/>
        <a:lstStyle/>
        <a:p>
          <a:r>
            <a:rPr lang="en-US" sz="2000" b="1" kern="1200">
              <a:solidFill>
                <a:prstClr val="white">
                  <a:hueOff val="0"/>
                  <a:satOff val="0"/>
                  <a:lumOff val="0"/>
                  <a:alphaOff val="0"/>
                </a:prstClr>
              </a:solidFill>
              <a:latin typeface="Dante"/>
              <a:ea typeface="+mn-ea"/>
              <a:cs typeface="+mn-cs"/>
            </a:rPr>
            <a:t>Dr. Dylan Boyd</a:t>
          </a:r>
        </a:p>
        <a:p>
          <a:r>
            <a:rPr lang="en-US" sz="2000" kern="1200"/>
            <a:t>Faculty Advisor</a:t>
          </a:r>
          <a:endParaRPr lang="en-US" sz="1900" kern="1200"/>
        </a:p>
      </dgm:t>
    </dgm:pt>
    <dgm:pt modelId="{06D921C4-6F3E-49DF-9E7B-CBC5C4AE0335}" type="parTrans" cxnId="{1BB9EE89-3824-41D1-BAB5-F7CDF80DC4E0}">
      <dgm:prSet/>
      <dgm:spPr/>
      <dgm:t>
        <a:bodyPr/>
        <a:lstStyle/>
        <a:p>
          <a:endParaRPr lang="en-US"/>
        </a:p>
      </dgm:t>
    </dgm:pt>
    <dgm:pt modelId="{B727DC6A-FF71-4EF4-9B97-1F26CF5E0376}" type="sibTrans" cxnId="{1BB9EE89-3824-41D1-BAB5-F7CDF80DC4E0}">
      <dgm:prSet/>
      <dgm:spPr/>
      <dgm:t>
        <a:bodyPr/>
        <a:lstStyle/>
        <a:p>
          <a:endParaRPr lang="en-US"/>
        </a:p>
      </dgm:t>
    </dgm:pt>
    <dgm:pt modelId="{BC68AFA8-6628-4EFA-9C4E-B8748B8A14F4}">
      <dgm:prSet phldrT="[Text]" custT="1"/>
      <dgm:spPr/>
      <dgm:t>
        <a:bodyPr/>
        <a:lstStyle/>
        <a:p>
          <a:pPr>
            <a:buNone/>
          </a:pPr>
          <a:r>
            <a:rPr lang="en-US" sz="2000"/>
            <a:t>Signal Processing</a:t>
          </a:r>
        </a:p>
      </dgm:t>
    </dgm:pt>
    <dgm:pt modelId="{962D6F6D-BF7F-452F-A2CA-389623B1AF99}" type="parTrans" cxnId="{F489AEF9-9001-4F9F-8221-105273E02572}">
      <dgm:prSet/>
      <dgm:spPr/>
      <dgm:t>
        <a:bodyPr/>
        <a:lstStyle/>
        <a:p>
          <a:endParaRPr lang="en-US"/>
        </a:p>
      </dgm:t>
    </dgm:pt>
    <dgm:pt modelId="{64C65AE9-84BF-454F-99BF-27CA87314370}" type="sibTrans" cxnId="{F489AEF9-9001-4F9F-8221-105273E02572}">
      <dgm:prSet/>
      <dgm:spPr/>
      <dgm:t>
        <a:bodyPr/>
        <a:lstStyle/>
        <a:p>
          <a:endParaRPr lang="en-US"/>
        </a:p>
      </dgm:t>
    </dgm:pt>
    <dgm:pt modelId="{B0108751-D801-441B-B05A-8103D7FB31A5}">
      <dgm:prSet phldrT="[Text]" custT="1"/>
      <dgm:spPr/>
      <dgm:t>
        <a:bodyPr/>
        <a:lstStyle/>
        <a:p>
          <a:pPr marL="0" lvl="0" indent="0" algn="ctr" defTabSz="889000">
            <a:lnSpc>
              <a:spcPct val="90000"/>
            </a:lnSpc>
            <a:spcBef>
              <a:spcPct val="0"/>
            </a:spcBef>
            <a:spcAft>
              <a:spcPct val="35000"/>
            </a:spcAft>
            <a:buNone/>
          </a:pPr>
          <a:r>
            <a:rPr lang="en-US" sz="2000" b="1" kern="1200">
              <a:solidFill>
                <a:prstClr val="white">
                  <a:hueOff val="0"/>
                  <a:satOff val="0"/>
                  <a:lumOff val="0"/>
                  <a:alphaOff val="0"/>
                </a:prstClr>
              </a:solidFill>
              <a:latin typeface="Dante"/>
              <a:ea typeface="+mn-ea"/>
              <a:cs typeface="+mn-cs"/>
            </a:rPr>
            <a:t>Lane Williams</a:t>
          </a:r>
        </a:p>
        <a:p>
          <a:pPr marL="0" lvl="0" indent="0" algn="ctr" defTabSz="889000">
            <a:lnSpc>
              <a:spcPct val="90000"/>
            </a:lnSpc>
            <a:spcBef>
              <a:spcPct val="0"/>
            </a:spcBef>
            <a:spcAft>
              <a:spcPct val="35000"/>
            </a:spcAft>
            <a:buNone/>
          </a:pPr>
          <a:r>
            <a:rPr lang="en-US" sz="1700" kern="1200">
              <a:solidFill>
                <a:prstClr val="white">
                  <a:hueOff val="0"/>
                  <a:satOff val="0"/>
                  <a:lumOff val="0"/>
                  <a:alphaOff val="0"/>
                </a:prstClr>
              </a:solidFill>
              <a:latin typeface="Dante"/>
              <a:ea typeface="+mn-ea"/>
              <a:cs typeface="+mn-cs"/>
            </a:rPr>
            <a:t>Navigation/Localization</a:t>
          </a:r>
          <a:endParaRPr lang="en-US" sz="1700" kern="1200"/>
        </a:p>
      </dgm:t>
    </dgm:pt>
    <dgm:pt modelId="{3A1CD679-6982-486C-AD3D-10AD03F5BB67}" type="parTrans" cxnId="{4CFE9AB5-EC1E-47D0-A796-C29087A91E4E}">
      <dgm:prSet/>
      <dgm:spPr/>
      <dgm:t>
        <a:bodyPr/>
        <a:lstStyle/>
        <a:p>
          <a:endParaRPr lang="en-US"/>
        </a:p>
      </dgm:t>
    </dgm:pt>
    <dgm:pt modelId="{94293580-DD36-47BC-9A77-A64AE8080378}" type="sibTrans" cxnId="{4CFE9AB5-EC1E-47D0-A796-C29087A91E4E}">
      <dgm:prSet/>
      <dgm:spPr/>
      <dgm:t>
        <a:bodyPr/>
        <a:lstStyle/>
        <a:p>
          <a:endParaRPr lang="en-US"/>
        </a:p>
      </dgm:t>
    </dgm:pt>
    <dgm:pt modelId="{F590A166-CE86-4967-B08D-AC90E7F5972A}">
      <dgm:prSet phldrT="[Text]" phldr="0" custT="1"/>
      <dgm:spPr/>
      <dgm:t>
        <a:bodyPr/>
        <a:lstStyle/>
        <a:p>
          <a:pPr>
            <a:buNone/>
          </a:pPr>
          <a:r>
            <a:rPr lang="en-US" sz="2000" b="1"/>
            <a:t>John Allen</a:t>
          </a:r>
        </a:p>
      </dgm:t>
    </dgm:pt>
    <dgm:pt modelId="{C5B2836E-F3D5-4B03-B4CF-361F558EDB9A}" type="parTrans" cxnId="{DF8001E8-9868-47FC-8739-D9BE729AE21E}">
      <dgm:prSet/>
      <dgm:spPr/>
      <dgm:t>
        <a:bodyPr/>
        <a:lstStyle/>
        <a:p>
          <a:endParaRPr lang="en-US"/>
        </a:p>
      </dgm:t>
    </dgm:pt>
    <dgm:pt modelId="{C3B163FF-C474-4D09-892F-58CF25FC4DA8}" type="sibTrans" cxnId="{DF8001E8-9868-47FC-8739-D9BE729AE21E}">
      <dgm:prSet/>
      <dgm:spPr/>
      <dgm:t>
        <a:bodyPr/>
        <a:lstStyle/>
        <a:p>
          <a:endParaRPr lang="en-US"/>
        </a:p>
      </dgm:t>
    </dgm:pt>
    <dgm:pt modelId="{D9E48A98-96D8-47D1-BBB6-8B24D360ADE9}">
      <dgm:prSet phldrT="[Text]" phldr="0" custT="1"/>
      <dgm:spPr/>
      <dgm:t>
        <a:bodyPr/>
        <a:lstStyle/>
        <a:p>
          <a:pPr>
            <a:buNone/>
          </a:pPr>
          <a:r>
            <a:rPr lang="en-US" sz="2000"/>
            <a:t>PM</a:t>
          </a:r>
        </a:p>
      </dgm:t>
    </dgm:pt>
    <dgm:pt modelId="{01C5097A-B487-432C-AC99-2BE86B381595}" type="parTrans" cxnId="{2103A67A-3697-4ED8-8B83-794E28D80F19}">
      <dgm:prSet/>
      <dgm:spPr/>
      <dgm:t>
        <a:bodyPr/>
        <a:lstStyle/>
        <a:p>
          <a:endParaRPr lang="en-US"/>
        </a:p>
      </dgm:t>
    </dgm:pt>
    <dgm:pt modelId="{B82D7C1D-7A99-4EF2-8F59-59D67243D1DC}" type="sibTrans" cxnId="{2103A67A-3697-4ED8-8B83-794E28D80F19}">
      <dgm:prSet/>
      <dgm:spPr/>
      <dgm:t>
        <a:bodyPr/>
        <a:lstStyle/>
        <a:p>
          <a:endParaRPr lang="en-US"/>
        </a:p>
      </dgm:t>
    </dgm:pt>
    <dgm:pt modelId="{CC4485AE-44E2-4422-B1E2-4B6547F45D64}">
      <dgm:prSet phldrT="[Text]" phldr="0" custT="1"/>
      <dgm:spPr/>
      <dgm:t>
        <a:bodyPr/>
        <a:lstStyle/>
        <a:p>
          <a:pPr>
            <a:buNone/>
          </a:pPr>
          <a:r>
            <a:rPr lang="en-US" sz="2000"/>
            <a:t>Communication</a:t>
          </a:r>
        </a:p>
      </dgm:t>
    </dgm:pt>
    <dgm:pt modelId="{FB19EF4C-BA87-44A9-BF9F-6679956E6569}" type="parTrans" cxnId="{370DB1A1-09D4-415B-A60C-553D181FDE89}">
      <dgm:prSet/>
      <dgm:spPr/>
      <dgm:t>
        <a:bodyPr/>
        <a:lstStyle/>
        <a:p>
          <a:endParaRPr lang="en-US"/>
        </a:p>
      </dgm:t>
    </dgm:pt>
    <dgm:pt modelId="{0B2DBB74-461C-4B4A-B408-6827FE968A81}" type="sibTrans" cxnId="{370DB1A1-09D4-415B-A60C-553D181FDE89}">
      <dgm:prSet/>
      <dgm:spPr/>
      <dgm:t>
        <a:bodyPr/>
        <a:lstStyle/>
        <a:p>
          <a:endParaRPr lang="en-US"/>
        </a:p>
      </dgm:t>
    </dgm:pt>
    <dgm:pt modelId="{B6DB06BF-0BF3-480F-AA37-65894CA16F62}" type="pres">
      <dgm:prSet presAssocID="{30CD2794-A283-425A-A7BB-5FA2EB08E55B}" presName="Name0" presStyleCnt="0">
        <dgm:presLayoutVars>
          <dgm:dir/>
          <dgm:resizeHandles val="exact"/>
        </dgm:presLayoutVars>
      </dgm:prSet>
      <dgm:spPr/>
    </dgm:pt>
    <dgm:pt modelId="{627DD0E9-E596-40B6-B4DC-EBBAF05BBAB5}" type="pres">
      <dgm:prSet presAssocID="{F590A166-CE86-4967-B08D-AC90E7F5972A}" presName="compNode" presStyleCnt="0"/>
      <dgm:spPr/>
    </dgm:pt>
    <dgm:pt modelId="{1C2CFDC4-2E56-4AF8-A80C-BEC8E816B90B}" type="pres">
      <dgm:prSet presAssocID="{F590A166-CE86-4967-B08D-AC90E7F5972A}" presName="pictRect" presStyleLbl="node1" presStyleIdx="0" presStyleCnt="7" custLinFactNeighborY="1102"/>
      <dgm:spPr>
        <a:prstGeom prst="rect">
          <a:avLst/>
        </a:prstGeom>
        <a:blipFill>
          <a:blip xmlns:r="http://schemas.openxmlformats.org/officeDocument/2006/relationships" r:embed="rId1"/>
          <a:srcRect/>
          <a:stretch>
            <a:fillRect t="-6000" b="-6000"/>
          </a:stretch>
        </a:blipFill>
        <a:ln>
          <a:noFill/>
        </a:ln>
      </dgm:spPr>
    </dgm:pt>
    <dgm:pt modelId="{FB5DF9E4-7057-4D1B-BA32-A9D098907234}" type="pres">
      <dgm:prSet presAssocID="{F590A166-CE86-4967-B08D-AC90E7F5972A}" presName="textRect" presStyleLbl="revTx" presStyleIdx="0" presStyleCnt="7">
        <dgm:presLayoutVars>
          <dgm:bulletEnabled val="1"/>
        </dgm:presLayoutVars>
      </dgm:prSet>
      <dgm:spPr/>
    </dgm:pt>
    <dgm:pt modelId="{671DD1DD-FAC7-4B2F-8389-9532834FEA92}" type="pres">
      <dgm:prSet presAssocID="{C3B163FF-C474-4D09-892F-58CF25FC4DA8}" presName="sibTrans" presStyleLbl="sibTrans2D1" presStyleIdx="0" presStyleCnt="0"/>
      <dgm:spPr/>
    </dgm:pt>
    <dgm:pt modelId="{E4A0398C-BBC1-45F4-AA62-9718085FF868}" type="pres">
      <dgm:prSet presAssocID="{4ACD733D-3727-4A42-8312-F77722ED3D67}" presName="compNode" presStyleCnt="0"/>
      <dgm:spPr/>
    </dgm:pt>
    <dgm:pt modelId="{1EAB482F-3AF6-4FF8-BB79-BE53AA548139}" type="pres">
      <dgm:prSet presAssocID="{4ACD733D-3727-4A42-8312-F77722ED3D67}" presName="pictRect" presStyleLbl="node1" presStyleIdx="1" presStyleCnt="7" custAng="0" custScaleX="96946" custScaleY="99667" custLinFactNeighborY="2755"/>
      <dgm:spPr>
        <a:prstGeom prst="rect">
          <a:avLst/>
        </a:prstGeom>
        <a:blipFill>
          <a:blip xmlns:r="http://schemas.openxmlformats.org/officeDocument/2006/relationships" r:embed="rId2"/>
          <a:srcRect/>
          <a:stretch>
            <a:fillRect t="-7000" b="-7000"/>
          </a:stretch>
        </a:blipFill>
        <a:ln>
          <a:noFill/>
        </a:ln>
      </dgm:spPr>
    </dgm:pt>
    <dgm:pt modelId="{0FBCE45E-54B7-4C72-860E-1FBC0643A134}" type="pres">
      <dgm:prSet presAssocID="{4ACD733D-3727-4A42-8312-F77722ED3D67}" presName="textRect" presStyleLbl="revTx" presStyleIdx="1" presStyleCnt="7" custLinFactNeighborX="2018" custLinFactNeighborY="11967">
        <dgm:presLayoutVars>
          <dgm:bulletEnabled val="1"/>
        </dgm:presLayoutVars>
      </dgm:prSet>
      <dgm:spPr/>
    </dgm:pt>
    <dgm:pt modelId="{839A0594-70B1-4A04-8385-5092FADC5E82}" type="pres">
      <dgm:prSet presAssocID="{2E342B59-B5FC-4746-96D8-095EA821D3BC}" presName="sibTrans" presStyleLbl="sibTrans2D1" presStyleIdx="0" presStyleCnt="0"/>
      <dgm:spPr/>
    </dgm:pt>
    <dgm:pt modelId="{40BA5FD7-8DD2-497A-B027-81F2BE2EBBD4}" type="pres">
      <dgm:prSet presAssocID="{2F1BF99E-FA1C-48D8-AE2C-E7F9EF695AA1}" presName="compNode" presStyleCnt="0"/>
      <dgm:spPr/>
    </dgm:pt>
    <dgm:pt modelId="{9EB87545-FB16-4826-895C-164FF4E27C76}" type="pres">
      <dgm:prSet presAssocID="{2F1BF99E-FA1C-48D8-AE2C-E7F9EF695AA1}" presName="pictRect" presStyleLbl="node1" presStyleIdx="2" presStyleCnt="7"/>
      <dgm:spPr>
        <a:prstGeom prst="rect">
          <a:avLst/>
        </a:prstGeom>
        <a:blipFill>
          <a:blip xmlns:r="http://schemas.openxmlformats.org/officeDocument/2006/relationships" r:embed="rId3"/>
          <a:srcRect/>
          <a:stretch>
            <a:fillRect t="-8000" b="-8000"/>
          </a:stretch>
        </a:blipFill>
        <a:ln>
          <a:noFill/>
        </a:ln>
      </dgm:spPr>
    </dgm:pt>
    <dgm:pt modelId="{6C0A0B18-7E7A-4696-8D27-FBF7F0450589}" type="pres">
      <dgm:prSet presAssocID="{2F1BF99E-FA1C-48D8-AE2C-E7F9EF695AA1}" presName="textRect" presStyleLbl="revTx" presStyleIdx="2" presStyleCnt="7">
        <dgm:presLayoutVars>
          <dgm:bulletEnabled val="1"/>
        </dgm:presLayoutVars>
      </dgm:prSet>
      <dgm:spPr/>
    </dgm:pt>
    <dgm:pt modelId="{41F61959-B267-4F5F-86B6-87CF2EAAE532}" type="pres">
      <dgm:prSet presAssocID="{283C2210-42DE-4ABC-8141-5E2BEA963730}" presName="sibTrans" presStyleLbl="sibTrans2D1" presStyleIdx="0" presStyleCnt="0"/>
      <dgm:spPr/>
    </dgm:pt>
    <dgm:pt modelId="{83E5AF49-AF4E-44AB-943D-E44C35E301E8}" type="pres">
      <dgm:prSet presAssocID="{E56671C2-D884-4E1D-9FB5-E918AFACF046}" presName="compNode" presStyleCnt="0"/>
      <dgm:spPr/>
    </dgm:pt>
    <dgm:pt modelId="{784FA404-604F-47FA-AA9C-F68E97020B55}" type="pres">
      <dgm:prSet presAssocID="{E56671C2-D884-4E1D-9FB5-E918AFACF046}" presName="pictRect" presStyleLbl="node1" presStyleIdx="3" presStyleCnt="7" custScaleX="99248" custLinFactNeighborX="210"/>
      <dgm:spPr>
        <a:prstGeom prst="rect">
          <a:avLst/>
        </a:prstGeom>
        <a:blipFill>
          <a:blip xmlns:r="http://schemas.openxmlformats.org/officeDocument/2006/relationships" r:embed="rId4"/>
          <a:srcRect/>
          <a:stretch>
            <a:fillRect t="-3000" b="-3000"/>
          </a:stretch>
        </a:blipFill>
        <a:ln>
          <a:noFill/>
        </a:ln>
      </dgm:spPr>
    </dgm:pt>
    <dgm:pt modelId="{8796E90E-0DD3-4D21-A725-E680C52512C2}" type="pres">
      <dgm:prSet presAssocID="{E56671C2-D884-4E1D-9FB5-E918AFACF046}" presName="textRect" presStyleLbl="revTx" presStyleIdx="3" presStyleCnt="7">
        <dgm:presLayoutVars>
          <dgm:bulletEnabled val="1"/>
        </dgm:presLayoutVars>
      </dgm:prSet>
      <dgm:spPr/>
    </dgm:pt>
    <dgm:pt modelId="{E99EB5EB-6BD9-456C-9E01-0586EC0B34A6}" type="pres">
      <dgm:prSet presAssocID="{B421509E-20F6-4FC7-869E-D724C0763DBA}" presName="sibTrans" presStyleLbl="sibTrans2D1" presStyleIdx="0" presStyleCnt="0"/>
      <dgm:spPr/>
    </dgm:pt>
    <dgm:pt modelId="{1D838C52-F6CB-4C51-A5E9-880517E4F57D}" type="pres">
      <dgm:prSet presAssocID="{1D26B67D-23B5-4D08-8A6A-C03ED0F28009}" presName="compNode" presStyleCnt="0"/>
      <dgm:spPr/>
    </dgm:pt>
    <dgm:pt modelId="{8C80EF91-63A3-4DCB-997A-2B15DFCCD97B}" type="pres">
      <dgm:prSet presAssocID="{1D26B67D-23B5-4D08-8A6A-C03ED0F28009}" presName="pictRect" presStyleLbl="node1" presStyleIdx="4" presStyleCnt="7" custLinFactNeighborX="-6572" custLinFactNeighborY="11254"/>
      <dgm:spPr>
        <a:blipFill>
          <a:blip xmlns:r="http://schemas.openxmlformats.org/officeDocument/2006/relationships" r:embed="rId5"/>
          <a:srcRect/>
          <a:stretch>
            <a:fillRect t="-5000" b="-5000"/>
          </a:stretch>
        </a:blipFill>
      </dgm:spPr>
    </dgm:pt>
    <dgm:pt modelId="{AA2DC3A1-CA8C-4FDD-92A3-ECB89451D9EB}" type="pres">
      <dgm:prSet presAssocID="{1D26B67D-23B5-4D08-8A6A-C03ED0F28009}" presName="textRect" presStyleLbl="revTx" presStyleIdx="4" presStyleCnt="7" custLinFactNeighborX="-7434" custLinFactNeighborY="302">
        <dgm:presLayoutVars>
          <dgm:bulletEnabled val="1"/>
        </dgm:presLayoutVars>
      </dgm:prSet>
      <dgm:spPr/>
    </dgm:pt>
    <dgm:pt modelId="{DD110AFB-27AF-4034-AB7F-6683C2F66B81}" type="pres">
      <dgm:prSet presAssocID="{3DF16FA7-F3AD-49E8-8EDE-86D843AD8334}" presName="sibTrans" presStyleLbl="sibTrans2D1" presStyleIdx="0" presStyleCnt="0"/>
      <dgm:spPr/>
    </dgm:pt>
    <dgm:pt modelId="{CFEE67ED-4AC6-40B9-A5B4-27D0F964E1CC}" type="pres">
      <dgm:prSet presAssocID="{B0108751-D801-441B-B05A-8103D7FB31A5}" presName="compNode" presStyleCnt="0"/>
      <dgm:spPr/>
    </dgm:pt>
    <dgm:pt modelId="{8026AB68-DC7F-4ECF-8D01-398230FA1758}" type="pres">
      <dgm:prSet presAssocID="{B0108751-D801-441B-B05A-8103D7FB31A5}" presName="pictRect" presStyleLbl="node1" presStyleIdx="5" presStyleCnt="7" custLinFactNeighborX="2345" custLinFactNeighborY="7924"/>
      <dgm:spPr>
        <a:blipFill>
          <a:blip xmlns:r="http://schemas.openxmlformats.org/officeDocument/2006/relationships" r:embed="rId6"/>
          <a:srcRect/>
          <a:stretch>
            <a:fillRect l="-3000" r="-3000"/>
          </a:stretch>
        </a:blipFill>
      </dgm:spPr>
    </dgm:pt>
    <dgm:pt modelId="{98E447BE-4932-4CD4-A1B9-6A837FBDB1C8}" type="pres">
      <dgm:prSet presAssocID="{B0108751-D801-441B-B05A-8103D7FB31A5}" presName="textRect" presStyleLbl="revTx" presStyleIdx="5" presStyleCnt="7" custLinFactNeighborX="3551" custLinFactNeighborY="213">
        <dgm:presLayoutVars>
          <dgm:bulletEnabled val="1"/>
        </dgm:presLayoutVars>
      </dgm:prSet>
      <dgm:spPr/>
    </dgm:pt>
    <dgm:pt modelId="{7D5632A7-959E-4ACE-AA71-9275554B16AE}" type="pres">
      <dgm:prSet presAssocID="{94293580-DD36-47BC-9A77-A64AE8080378}" presName="sibTrans" presStyleLbl="sibTrans2D1" presStyleIdx="0" presStyleCnt="0"/>
      <dgm:spPr/>
    </dgm:pt>
    <dgm:pt modelId="{5E7C043F-8C5B-430C-AAE6-76146BC23B55}" type="pres">
      <dgm:prSet presAssocID="{042DEE6D-4B88-4B20-A2D7-FBE2A383F046}" presName="compNode" presStyleCnt="0"/>
      <dgm:spPr/>
    </dgm:pt>
    <dgm:pt modelId="{08750B76-B046-47F6-8714-1EDEFCEF7192}" type="pres">
      <dgm:prSet presAssocID="{042DEE6D-4B88-4B20-A2D7-FBE2A383F046}" presName="pictRect" presStyleLbl="node1" presStyleIdx="6" presStyleCnt="7" custLinFactNeighborX="2645" custLinFactNeighborY="9803"/>
      <dgm:spPr>
        <a:blipFill>
          <a:blip xmlns:r="http://schemas.openxmlformats.org/officeDocument/2006/relationships" r:embed="rId7"/>
          <a:srcRect/>
          <a:stretch>
            <a:fillRect t="-25000" b="-25000"/>
          </a:stretch>
        </a:blipFill>
      </dgm:spPr>
    </dgm:pt>
    <dgm:pt modelId="{3DCE4A5F-B1AE-4C7F-86A3-555E42531ADC}" type="pres">
      <dgm:prSet presAssocID="{042DEE6D-4B88-4B20-A2D7-FBE2A383F046}" presName="textRect" presStyleLbl="revTx" presStyleIdx="6" presStyleCnt="7" custLinFactNeighborX="4537" custLinFactNeighborY="20722">
        <dgm:presLayoutVars>
          <dgm:bulletEnabled val="1"/>
        </dgm:presLayoutVars>
      </dgm:prSet>
      <dgm:spPr/>
    </dgm:pt>
  </dgm:ptLst>
  <dgm:cxnLst>
    <dgm:cxn modelId="{6B1D2106-25C1-4800-ADF9-FB307B36BE62}" type="presOf" srcId="{F590A166-CE86-4967-B08D-AC90E7F5972A}" destId="{FB5DF9E4-7057-4D1B-BA32-A9D098907234}" srcOrd="0" destOrd="0" presId="urn:microsoft.com/office/officeart/2005/8/layout/pList1"/>
    <dgm:cxn modelId="{3E21F90B-6C55-4BF7-A07E-C3233F347373}" type="presOf" srcId="{BC68AFA8-6628-4EFA-9C4E-B8748B8A14F4}" destId="{0FBCE45E-54B7-4C72-860E-1FBC0643A134}" srcOrd="0" destOrd="2" presId="urn:microsoft.com/office/officeart/2005/8/layout/pList1"/>
    <dgm:cxn modelId="{60AAE80D-248E-42F1-AEA6-27CC21577643}" type="presOf" srcId="{2F1BF99E-FA1C-48D8-AE2C-E7F9EF695AA1}" destId="{6C0A0B18-7E7A-4696-8D27-FBF7F0450589}" srcOrd="0" destOrd="0" presId="urn:microsoft.com/office/officeart/2005/8/layout/pList1"/>
    <dgm:cxn modelId="{5901F30F-E3E4-43C2-BDE9-EC3AE49FAFB1}" srcId="{30CD2794-A283-425A-A7BB-5FA2EB08E55B}" destId="{1D26B67D-23B5-4D08-8A6A-C03ED0F28009}" srcOrd="4" destOrd="0" parTransId="{03442C21-C1CE-4536-AC39-AD48AF5EDA8F}" sibTransId="{3DF16FA7-F3AD-49E8-8EDE-86D843AD8334}"/>
    <dgm:cxn modelId="{9656FD33-AFA4-4925-8621-45443A985289}" type="presOf" srcId="{042DEE6D-4B88-4B20-A2D7-FBE2A383F046}" destId="{3DCE4A5F-B1AE-4C7F-86A3-555E42531ADC}" srcOrd="0" destOrd="0" presId="urn:microsoft.com/office/officeart/2005/8/layout/pList1"/>
    <dgm:cxn modelId="{C5E44434-1BF1-4B2B-AC85-F39456B8519D}" type="presOf" srcId="{3DF16FA7-F3AD-49E8-8EDE-86D843AD8334}" destId="{DD110AFB-27AF-4034-AB7F-6683C2F66B81}" srcOrd="0" destOrd="0" presId="urn:microsoft.com/office/officeart/2005/8/layout/pList1"/>
    <dgm:cxn modelId="{F8155245-8CD6-4B20-A43A-D6FEEC8A8F22}" type="presOf" srcId="{C3B163FF-C474-4D09-892F-58CF25FC4DA8}" destId="{671DD1DD-FAC7-4B2F-8389-9532834FEA92}" srcOrd="0" destOrd="0" presId="urn:microsoft.com/office/officeart/2005/8/layout/pList1"/>
    <dgm:cxn modelId="{8F01DF45-E8D5-4EF4-90E2-055F33EFFDA5}" type="presOf" srcId="{B421509E-20F6-4FC7-869E-D724C0763DBA}" destId="{E99EB5EB-6BD9-456C-9E01-0586EC0B34A6}" srcOrd="0" destOrd="0" presId="urn:microsoft.com/office/officeart/2005/8/layout/pList1"/>
    <dgm:cxn modelId="{B0581166-039B-4EE4-8590-BE4C518C6346}" srcId="{2F1BF99E-FA1C-48D8-AE2C-E7F9EF695AA1}" destId="{043F42F6-F945-4846-8345-1BDDAFE61BCA}" srcOrd="0" destOrd="0" parTransId="{07685A0A-E19C-471D-AD16-B6050A03273E}" sibTransId="{2AD86664-0FE9-42E8-ACC9-CC3BE2B7AA8C}"/>
    <dgm:cxn modelId="{EF0CBA68-E400-4C4A-8747-E1AC873B0690}" type="presOf" srcId="{9B593B98-4593-48F9-8FBB-A20076D70C48}" destId="{0FBCE45E-54B7-4C72-860E-1FBC0643A134}" srcOrd="0" destOrd="1" presId="urn:microsoft.com/office/officeart/2005/8/layout/pList1"/>
    <dgm:cxn modelId="{8ACEBD4A-3954-419E-9AA5-8CED5010B624}" type="presOf" srcId="{D9E48A98-96D8-47D1-BBB6-8B24D360ADE9}" destId="{FB5DF9E4-7057-4D1B-BA32-A9D098907234}" srcOrd="0" destOrd="1" presId="urn:microsoft.com/office/officeart/2005/8/layout/pList1"/>
    <dgm:cxn modelId="{C1A54D4B-E5ED-4E99-95BA-E37094668D9E}" type="presOf" srcId="{2E342B59-B5FC-4746-96D8-095EA821D3BC}" destId="{839A0594-70B1-4A04-8385-5092FADC5E82}" srcOrd="0" destOrd="0" presId="urn:microsoft.com/office/officeart/2005/8/layout/pList1"/>
    <dgm:cxn modelId="{6D699070-5D59-4F4D-AF74-62590C453BED}" srcId="{30CD2794-A283-425A-A7BB-5FA2EB08E55B}" destId="{4ACD733D-3727-4A42-8312-F77722ED3D67}" srcOrd="1" destOrd="0" parTransId="{38170684-AED9-490D-B563-25893A9822CA}" sibTransId="{2E342B59-B5FC-4746-96D8-095EA821D3BC}"/>
    <dgm:cxn modelId="{04741851-6181-4E4A-B67E-8F21BD38C40A}" srcId="{E56671C2-D884-4E1D-9FB5-E918AFACF046}" destId="{FD1F791A-FCA4-4828-9EEA-2F36A113AEF0}" srcOrd="0" destOrd="0" parTransId="{3CBCE781-E5DF-4F93-82DC-A637EEA04DD6}" sibTransId="{BDC55267-462C-4482-AD88-011B05A2515D}"/>
    <dgm:cxn modelId="{D9C20F55-3D1B-4ED3-A601-0E8343713190}" type="presOf" srcId="{E56671C2-D884-4E1D-9FB5-E918AFACF046}" destId="{8796E90E-0DD3-4D21-A725-E680C52512C2}" srcOrd="0" destOrd="0" presId="urn:microsoft.com/office/officeart/2005/8/layout/pList1"/>
    <dgm:cxn modelId="{E4259655-311C-4064-9C87-263F317E07DE}" srcId="{30CD2794-A283-425A-A7BB-5FA2EB08E55B}" destId="{E56671C2-D884-4E1D-9FB5-E918AFACF046}" srcOrd="3" destOrd="0" parTransId="{1A8FD0B0-F62B-41CD-B72F-EF1DB25B15AB}" sibTransId="{B421509E-20F6-4FC7-869E-D724C0763DBA}"/>
    <dgm:cxn modelId="{BAD61578-7EBB-4ECC-8001-CDA4CFA75BE5}" srcId="{4ACD733D-3727-4A42-8312-F77722ED3D67}" destId="{9B593B98-4593-48F9-8FBB-A20076D70C48}" srcOrd="0" destOrd="0" parTransId="{B277A583-1AF0-4EF3-B1F4-3B8D30157BE7}" sibTransId="{8C415E78-7C4D-4B69-A48D-4A380724C883}"/>
    <dgm:cxn modelId="{6A6B1F58-1F9B-447B-B3B0-C8ADAF75C143}" type="presOf" srcId="{30CD2794-A283-425A-A7BB-5FA2EB08E55B}" destId="{B6DB06BF-0BF3-480F-AA37-65894CA16F62}" srcOrd="0" destOrd="0" presId="urn:microsoft.com/office/officeart/2005/8/layout/pList1"/>
    <dgm:cxn modelId="{9030925A-E2B7-4ABF-8921-638250262FA2}" type="presOf" srcId="{1D26B67D-23B5-4D08-8A6A-C03ED0F28009}" destId="{AA2DC3A1-CA8C-4FDD-92A3-ECB89451D9EB}" srcOrd="0" destOrd="0" presId="urn:microsoft.com/office/officeart/2005/8/layout/pList1"/>
    <dgm:cxn modelId="{2103A67A-3697-4ED8-8B83-794E28D80F19}" srcId="{F590A166-CE86-4967-B08D-AC90E7F5972A}" destId="{D9E48A98-96D8-47D1-BBB6-8B24D360ADE9}" srcOrd="0" destOrd="0" parTransId="{01C5097A-B487-432C-AC99-2BE86B381595}" sibTransId="{B82D7C1D-7A99-4EF2-8F59-59D67243D1DC}"/>
    <dgm:cxn modelId="{1BB9EE89-3824-41D1-BAB5-F7CDF80DC4E0}" srcId="{30CD2794-A283-425A-A7BB-5FA2EB08E55B}" destId="{042DEE6D-4B88-4B20-A2D7-FBE2A383F046}" srcOrd="6" destOrd="0" parTransId="{06D921C4-6F3E-49DF-9E7B-CBC5C4AE0335}" sibTransId="{B727DC6A-FF71-4EF4-9B97-1F26CF5E0376}"/>
    <dgm:cxn modelId="{AD266A90-F75B-4215-8C05-CB78D959699E}" type="presOf" srcId="{FD1F791A-FCA4-4828-9EEA-2F36A113AEF0}" destId="{8796E90E-0DD3-4D21-A725-E680C52512C2}" srcOrd="0" destOrd="1" presId="urn:microsoft.com/office/officeart/2005/8/layout/pList1"/>
    <dgm:cxn modelId="{370DB1A1-09D4-415B-A60C-553D181FDE89}" srcId="{F590A166-CE86-4967-B08D-AC90E7F5972A}" destId="{CC4485AE-44E2-4422-B1E2-4B6547F45D64}" srcOrd="1" destOrd="0" parTransId="{FB19EF4C-BA87-44A9-BF9F-6679956E6569}" sibTransId="{0B2DBB74-461C-4B4A-B408-6827FE968A81}"/>
    <dgm:cxn modelId="{99D409A9-6963-4BA8-98EF-07F3D3F22407}" type="presOf" srcId="{B0108751-D801-441B-B05A-8103D7FB31A5}" destId="{98E447BE-4932-4CD4-A1B9-6A837FBDB1C8}" srcOrd="0" destOrd="0" presId="urn:microsoft.com/office/officeart/2005/8/layout/pList1"/>
    <dgm:cxn modelId="{4CFE9AB5-EC1E-47D0-A796-C29087A91E4E}" srcId="{30CD2794-A283-425A-A7BB-5FA2EB08E55B}" destId="{B0108751-D801-441B-B05A-8103D7FB31A5}" srcOrd="5" destOrd="0" parTransId="{3A1CD679-6982-486C-AD3D-10AD03F5BB67}" sibTransId="{94293580-DD36-47BC-9A77-A64AE8080378}"/>
    <dgm:cxn modelId="{6F8177B6-88D9-48E7-902A-ABE7DD2AF6D6}" type="presOf" srcId="{043F42F6-F945-4846-8345-1BDDAFE61BCA}" destId="{6C0A0B18-7E7A-4696-8D27-FBF7F0450589}" srcOrd="0" destOrd="1" presId="urn:microsoft.com/office/officeart/2005/8/layout/pList1"/>
    <dgm:cxn modelId="{DC483EBF-E8E9-44D0-A6BF-453779FAE7EB}" type="presOf" srcId="{283C2210-42DE-4ABC-8141-5E2BEA963730}" destId="{41F61959-B267-4F5F-86B6-87CF2EAAE532}" srcOrd="0" destOrd="0" presId="urn:microsoft.com/office/officeart/2005/8/layout/pList1"/>
    <dgm:cxn modelId="{5C55E0CD-EEF4-41B1-B337-1D1692F5D5D7}" type="presOf" srcId="{94293580-DD36-47BC-9A77-A64AE8080378}" destId="{7D5632A7-959E-4ACE-AA71-9275554B16AE}" srcOrd="0" destOrd="0" presId="urn:microsoft.com/office/officeart/2005/8/layout/pList1"/>
    <dgm:cxn modelId="{FC0D70D5-D92D-4505-BD8E-CCACFF2508E5}" srcId="{30CD2794-A283-425A-A7BB-5FA2EB08E55B}" destId="{2F1BF99E-FA1C-48D8-AE2C-E7F9EF695AA1}" srcOrd="2" destOrd="0" parTransId="{4280DD54-7786-4518-AEE4-46545A0E5B1A}" sibTransId="{283C2210-42DE-4ABC-8141-5E2BEA963730}"/>
    <dgm:cxn modelId="{677F70E3-86DB-4D11-BAC3-455FC119040A}" type="presOf" srcId="{CC4485AE-44E2-4422-B1E2-4B6547F45D64}" destId="{FB5DF9E4-7057-4D1B-BA32-A9D098907234}" srcOrd="0" destOrd="2" presId="urn:microsoft.com/office/officeart/2005/8/layout/pList1"/>
    <dgm:cxn modelId="{DF8001E8-9868-47FC-8739-D9BE729AE21E}" srcId="{30CD2794-A283-425A-A7BB-5FA2EB08E55B}" destId="{F590A166-CE86-4967-B08D-AC90E7F5972A}" srcOrd="0" destOrd="0" parTransId="{C5B2836E-F3D5-4B03-B4CF-361F558EDB9A}" sibTransId="{C3B163FF-C474-4D09-892F-58CF25FC4DA8}"/>
    <dgm:cxn modelId="{F489AEF9-9001-4F9F-8221-105273E02572}" srcId="{4ACD733D-3727-4A42-8312-F77722ED3D67}" destId="{BC68AFA8-6628-4EFA-9C4E-B8748B8A14F4}" srcOrd="1" destOrd="0" parTransId="{962D6F6D-BF7F-452F-A2CA-389623B1AF99}" sibTransId="{64C65AE9-84BF-454F-99BF-27CA87314370}"/>
    <dgm:cxn modelId="{A86C1AFA-3EA0-45ED-B000-1442DC6A1AB5}" type="presOf" srcId="{4ACD733D-3727-4A42-8312-F77722ED3D67}" destId="{0FBCE45E-54B7-4C72-860E-1FBC0643A134}" srcOrd="0" destOrd="0" presId="urn:microsoft.com/office/officeart/2005/8/layout/pList1"/>
    <dgm:cxn modelId="{B4D50E50-FDB2-4BDC-96BD-DD6AC23AAE3C}" type="presParOf" srcId="{B6DB06BF-0BF3-480F-AA37-65894CA16F62}" destId="{627DD0E9-E596-40B6-B4DC-EBBAF05BBAB5}" srcOrd="0" destOrd="0" presId="urn:microsoft.com/office/officeart/2005/8/layout/pList1"/>
    <dgm:cxn modelId="{D9F28CB3-353D-4C12-BA26-1F31E808955B}" type="presParOf" srcId="{627DD0E9-E596-40B6-B4DC-EBBAF05BBAB5}" destId="{1C2CFDC4-2E56-4AF8-A80C-BEC8E816B90B}" srcOrd="0" destOrd="0" presId="urn:microsoft.com/office/officeart/2005/8/layout/pList1"/>
    <dgm:cxn modelId="{C7CE8B1D-2F78-46FA-B16C-F4E65082B659}" type="presParOf" srcId="{627DD0E9-E596-40B6-B4DC-EBBAF05BBAB5}" destId="{FB5DF9E4-7057-4D1B-BA32-A9D098907234}" srcOrd="1" destOrd="0" presId="urn:microsoft.com/office/officeart/2005/8/layout/pList1"/>
    <dgm:cxn modelId="{2110BE6C-4D29-4CC6-A902-FA3F2DC016E0}" type="presParOf" srcId="{B6DB06BF-0BF3-480F-AA37-65894CA16F62}" destId="{671DD1DD-FAC7-4B2F-8389-9532834FEA92}" srcOrd="1" destOrd="0" presId="urn:microsoft.com/office/officeart/2005/8/layout/pList1"/>
    <dgm:cxn modelId="{F2FCDEBB-0F14-4C3D-BA16-BB0229605B89}" type="presParOf" srcId="{B6DB06BF-0BF3-480F-AA37-65894CA16F62}" destId="{E4A0398C-BBC1-45F4-AA62-9718085FF868}" srcOrd="2" destOrd="0" presId="urn:microsoft.com/office/officeart/2005/8/layout/pList1"/>
    <dgm:cxn modelId="{996DA1D5-CF5B-420D-8CCC-1E19307F8AA4}" type="presParOf" srcId="{E4A0398C-BBC1-45F4-AA62-9718085FF868}" destId="{1EAB482F-3AF6-4FF8-BB79-BE53AA548139}" srcOrd="0" destOrd="0" presId="urn:microsoft.com/office/officeart/2005/8/layout/pList1"/>
    <dgm:cxn modelId="{2E1820B0-7BAA-4CD3-8EBE-D771953CAD48}" type="presParOf" srcId="{E4A0398C-BBC1-45F4-AA62-9718085FF868}" destId="{0FBCE45E-54B7-4C72-860E-1FBC0643A134}" srcOrd="1" destOrd="0" presId="urn:microsoft.com/office/officeart/2005/8/layout/pList1"/>
    <dgm:cxn modelId="{47C66562-B5B7-4169-9E2E-71B15D32C62A}" type="presParOf" srcId="{B6DB06BF-0BF3-480F-AA37-65894CA16F62}" destId="{839A0594-70B1-4A04-8385-5092FADC5E82}" srcOrd="3" destOrd="0" presId="urn:microsoft.com/office/officeart/2005/8/layout/pList1"/>
    <dgm:cxn modelId="{BFBD3A30-CBE2-4865-AC2B-39497BF5D09D}" type="presParOf" srcId="{B6DB06BF-0BF3-480F-AA37-65894CA16F62}" destId="{40BA5FD7-8DD2-497A-B027-81F2BE2EBBD4}" srcOrd="4" destOrd="0" presId="urn:microsoft.com/office/officeart/2005/8/layout/pList1"/>
    <dgm:cxn modelId="{59424B18-A991-42D9-BE7C-E85E273613B8}" type="presParOf" srcId="{40BA5FD7-8DD2-497A-B027-81F2BE2EBBD4}" destId="{9EB87545-FB16-4826-895C-164FF4E27C76}" srcOrd="0" destOrd="0" presId="urn:microsoft.com/office/officeart/2005/8/layout/pList1"/>
    <dgm:cxn modelId="{E736C97F-26F2-4B96-BDA3-BCA0B2E24966}" type="presParOf" srcId="{40BA5FD7-8DD2-497A-B027-81F2BE2EBBD4}" destId="{6C0A0B18-7E7A-4696-8D27-FBF7F0450589}" srcOrd="1" destOrd="0" presId="urn:microsoft.com/office/officeart/2005/8/layout/pList1"/>
    <dgm:cxn modelId="{236D8D2F-CF3D-42C2-9C7F-8AD2AF2F1D58}" type="presParOf" srcId="{B6DB06BF-0BF3-480F-AA37-65894CA16F62}" destId="{41F61959-B267-4F5F-86B6-87CF2EAAE532}" srcOrd="5" destOrd="0" presId="urn:microsoft.com/office/officeart/2005/8/layout/pList1"/>
    <dgm:cxn modelId="{59937F09-C1FD-43A2-B028-FEB2A6C81966}" type="presParOf" srcId="{B6DB06BF-0BF3-480F-AA37-65894CA16F62}" destId="{83E5AF49-AF4E-44AB-943D-E44C35E301E8}" srcOrd="6" destOrd="0" presId="urn:microsoft.com/office/officeart/2005/8/layout/pList1"/>
    <dgm:cxn modelId="{E71C8A05-D214-4E21-94DC-C8CC57FEE17B}" type="presParOf" srcId="{83E5AF49-AF4E-44AB-943D-E44C35E301E8}" destId="{784FA404-604F-47FA-AA9C-F68E97020B55}" srcOrd="0" destOrd="0" presId="urn:microsoft.com/office/officeart/2005/8/layout/pList1"/>
    <dgm:cxn modelId="{F99DF481-0003-4346-9C91-AE64751F6ACA}" type="presParOf" srcId="{83E5AF49-AF4E-44AB-943D-E44C35E301E8}" destId="{8796E90E-0DD3-4D21-A725-E680C52512C2}" srcOrd="1" destOrd="0" presId="urn:microsoft.com/office/officeart/2005/8/layout/pList1"/>
    <dgm:cxn modelId="{4F4C6FF2-4CAC-461D-9100-BF0D432C5556}" type="presParOf" srcId="{B6DB06BF-0BF3-480F-AA37-65894CA16F62}" destId="{E99EB5EB-6BD9-456C-9E01-0586EC0B34A6}" srcOrd="7" destOrd="0" presId="urn:microsoft.com/office/officeart/2005/8/layout/pList1"/>
    <dgm:cxn modelId="{0467595C-A328-4344-A3D6-260F4AE8C51E}" type="presParOf" srcId="{B6DB06BF-0BF3-480F-AA37-65894CA16F62}" destId="{1D838C52-F6CB-4C51-A5E9-880517E4F57D}" srcOrd="8" destOrd="0" presId="urn:microsoft.com/office/officeart/2005/8/layout/pList1"/>
    <dgm:cxn modelId="{03A4B5AD-1328-4FB5-B942-C7764E2BF881}" type="presParOf" srcId="{1D838C52-F6CB-4C51-A5E9-880517E4F57D}" destId="{8C80EF91-63A3-4DCB-997A-2B15DFCCD97B}" srcOrd="0" destOrd="0" presId="urn:microsoft.com/office/officeart/2005/8/layout/pList1"/>
    <dgm:cxn modelId="{7DB1A802-2541-4B67-9D85-5E276D7398B1}" type="presParOf" srcId="{1D838C52-F6CB-4C51-A5E9-880517E4F57D}" destId="{AA2DC3A1-CA8C-4FDD-92A3-ECB89451D9EB}" srcOrd="1" destOrd="0" presId="urn:microsoft.com/office/officeart/2005/8/layout/pList1"/>
    <dgm:cxn modelId="{16B30AF2-13C6-4247-8CA9-22DEBD186A72}" type="presParOf" srcId="{B6DB06BF-0BF3-480F-AA37-65894CA16F62}" destId="{DD110AFB-27AF-4034-AB7F-6683C2F66B81}" srcOrd="9" destOrd="0" presId="urn:microsoft.com/office/officeart/2005/8/layout/pList1"/>
    <dgm:cxn modelId="{3F923B99-B79E-40E5-BDA2-077FCA2BB9EB}" type="presParOf" srcId="{B6DB06BF-0BF3-480F-AA37-65894CA16F62}" destId="{CFEE67ED-4AC6-40B9-A5B4-27D0F964E1CC}" srcOrd="10" destOrd="0" presId="urn:microsoft.com/office/officeart/2005/8/layout/pList1"/>
    <dgm:cxn modelId="{F2A7BF4B-D429-4A42-9693-CA753258C1F1}" type="presParOf" srcId="{CFEE67ED-4AC6-40B9-A5B4-27D0F964E1CC}" destId="{8026AB68-DC7F-4ECF-8D01-398230FA1758}" srcOrd="0" destOrd="0" presId="urn:microsoft.com/office/officeart/2005/8/layout/pList1"/>
    <dgm:cxn modelId="{72C780FF-64AA-4AB5-943C-8FB1E890AC49}" type="presParOf" srcId="{CFEE67ED-4AC6-40B9-A5B4-27D0F964E1CC}" destId="{98E447BE-4932-4CD4-A1B9-6A837FBDB1C8}" srcOrd="1" destOrd="0" presId="urn:microsoft.com/office/officeart/2005/8/layout/pList1"/>
    <dgm:cxn modelId="{C1C8E25B-B381-4E5B-9A00-9024A4AF5A26}" type="presParOf" srcId="{B6DB06BF-0BF3-480F-AA37-65894CA16F62}" destId="{7D5632A7-959E-4ACE-AA71-9275554B16AE}" srcOrd="11" destOrd="0" presId="urn:microsoft.com/office/officeart/2005/8/layout/pList1"/>
    <dgm:cxn modelId="{7BFA2B19-343C-4D4D-907E-5D0D92781BCB}" type="presParOf" srcId="{B6DB06BF-0BF3-480F-AA37-65894CA16F62}" destId="{5E7C043F-8C5B-430C-AAE6-76146BC23B55}" srcOrd="12" destOrd="0" presId="urn:microsoft.com/office/officeart/2005/8/layout/pList1"/>
    <dgm:cxn modelId="{6A492AC9-57F7-498D-92C8-BE0CC18CA333}" type="presParOf" srcId="{5E7C043F-8C5B-430C-AAE6-76146BC23B55}" destId="{08750B76-B046-47F6-8714-1EDEFCEF7192}" srcOrd="0" destOrd="0" presId="urn:microsoft.com/office/officeart/2005/8/layout/pList1"/>
    <dgm:cxn modelId="{320012D9-2E4B-42A4-81A4-01D2983907DE}" type="presParOf" srcId="{5E7C043F-8C5B-430C-AAE6-76146BC23B55}" destId="{3DCE4A5F-B1AE-4C7F-86A3-555E42531ADC}"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CFDC4-2E56-4AF8-A80C-BEC8E816B90B}">
      <dsp:nvSpPr>
        <dsp:cNvPr id="0" name=""/>
        <dsp:cNvSpPr/>
      </dsp:nvSpPr>
      <dsp:spPr>
        <a:xfrm>
          <a:off x="487352" y="18553"/>
          <a:ext cx="2409708" cy="1660288"/>
        </a:xfrm>
        <a:prstGeom prst="rect">
          <a:avLst/>
        </a:prstGeom>
        <a:blipFill>
          <a:blip xmlns:r="http://schemas.openxmlformats.org/officeDocument/2006/relationships" r:embed="rId1"/>
          <a:srcRect/>
          <a:stretch>
            <a:fillRect t="-6000" b="-6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5DF9E4-7057-4D1B-BA32-A9D098907234}">
      <dsp:nvSpPr>
        <dsp:cNvPr id="0" name=""/>
        <dsp:cNvSpPr/>
      </dsp:nvSpPr>
      <dsp:spPr>
        <a:xfrm>
          <a:off x="487352" y="1660545"/>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l" defTabSz="889000">
            <a:lnSpc>
              <a:spcPct val="90000"/>
            </a:lnSpc>
            <a:spcBef>
              <a:spcPct val="0"/>
            </a:spcBef>
            <a:spcAft>
              <a:spcPct val="35000"/>
            </a:spcAft>
            <a:buNone/>
          </a:pPr>
          <a:r>
            <a:rPr lang="en-US" sz="2000" b="1" kern="1200"/>
            <a:t>John Allen</a:t>
          </a:r>
        </a:p>
        <a:p>
          <a:pPr marL="228600" lvl="1" indent="-228600" algn="l" defTabSz="889000">
            <a:lnSpc>
              <a:spcPct val="90000"/>
            </a:lnSpc>
            <a:spcBef>
              <a:spcPct val="0"/>
            </a:spcBef>
            <a:spcAft>
              <a:spcPct val="15000"/>
            </a:spcAft>
            <a:buNone/>
          </a:pPr>
          <a:r>
            <a:rPr lang="en-US" sz="2000" kern="1200"/>
            <a:t>PM</a:t>
          </a:r>
        </a:p>
        <a:p>
          <a:pPr marL="228600" lvl="1" indent="-228600" algn="l" defTabSz="889000">
            <a:lnSpc>
              <a:spcPct val="90000"/>
            </a:lnSpc>
            <a:spcBef>
              <a:spcPct val="0"/>
            </a:spcBef>
            <a:spcAft>
              <a:spcPct val="15000"/>
            </a:spcAft>
            <a:buNone/>
          </a:pPr>
          <a:r>
            <a:rPr lang="en-US" sz="2000" kern="1200"/>
            <a:t>Communication</a:t>
          </a:r>
        </a:p>
      </dsp:txBody>
      <dsp:txXfrm>
        <a:off x="487352" y="1660545"/>
        <a:ext cx="2409708" cy="894001"/>
      </dsp:txXfrm>
    </dsp:sp>
    <dsp:sp modelId="{1EAB482F-3AF6-4FF8-BB79-BE53AA548139}">
      <dsp:nvSpPr>
        <dsp:cNvPr id="0" name=""/>
        <dsp:cNvSpPr/>
      </dsp:nvSpPr>
      <dsp:spPr>
        <a:xfrm>
          <a:off x="3174928" y="47380"/>
          <a:ext cx="2336115" cy="1654760"/>
        </a:xfrm>
        <a:prstGeom prst="rect">
          <a:avLst/>
        </a:prstGeom>
        <a:blipFill>
          <a:blip xmlns:r="http://schemas.openxmlformats.org/officeDocument/2006/relationships" r:embed="rId2"/>
          <a:srcRect/>
          <a:stretch>
            <a:fillRect t="-7000" b="-7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BCE45E-54B7-4C72-860E-1FBC0643A134}">
      <dsp:nvSpPr>
        <dsp:cNvPr id="0" name=""/>
        <dsp:cNvSpPr/>
      </dsp:nvSpPr>
      <dsp:spPr>
        <a:xfrm>
          <a:off x="3186760" y="1766148"/>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l" defTabSz="889000">
            <a:lnSpc>
              <a:spcPct val="90000"/>
            </a:lnSpc>
            <a:spcBef>
              <a:spcPct val="0"/>
            </a:spcBef>
            <a:spcAft>
              <a:spcPct val="35000"/>
            </a:spcAft>
            <a:buNone/>
          </a:pPr>
          <a:r>
            <a:rPr lang="en-US" sz="2000" b="1" kern="1200"/>
            <a:t>Joshua Mcgee</a:t>
          </a:r>
        </a:p>
        <a:p>
          <a:pPr marL="228600" lvl="1" indent="-228600" algn="l" defTabSz="889000">
            <a:lnSpc>
              <a:spcPct val="90000"/>
            </a:lnSpc>
            <a:spcBef>
              <a:spcPct val="0"/>
            </a:spcBef>
            <a:spcAft>
              <a:spcPct val="15000"/>
            </a:spcAft>
            <a:buNone/>
          </a:pPr>
          <a:r>
            <a:rPr lang="en-US" sz="2000" kern="1200"/>
            <a:t>CS</a:t>
          </a:r>
        </a:p>
        <a:p>
          <a:pPr marL="228600" lvl="1" indent="-228600" algn="l" defTabSz="889000">
            <a:lnSpc>
              <a:spcPct val="90000"/>
            </a:lnSpc>
            <a:spcBef>
              <a:spcPct val="0"/>
            </a:spcBef>
            <a:spcAft>
              <a:spcPct val="15000"/>
            </a:spcAft>
            <a:buNone/>
          </a:pPr>
          <a:r>
            <a:rPr lang="en-US" sz="2000" kern="1200"/>
            <a:t>Signal Processing</a:t>
          </a:r>
        </a:p>
      </dsp:txBody>
      <dsp:txXfrm>
        <a:off x="3186760" y="1766148"/>
        <a:ext cx="2409708" cy="894001"/>
      </dsp:txXfrm>
    </dsp:sp>
    <dsp:sp modelId="{9EB87545-FB16-4826-895C-164FF4E27C76}">
      <dsp:nvSpPr>
        <dsp:cNvPr id="0" name=""/>
        <dsp:cNvSpPr/>
      </dsp:nvSpPr>
      <dsp:spPr>
        <a:xfrm>
          <a:off x="5788912" y="256"/>
          <a:ext cx="2409708" cy="1660288"/>
        </a:xfrm>
        <a:prstGeom prst="rect">
          <a:avLst/>
        </a:prstGeom>
        <a:blipFill>
          <a:blip xmlns:r="http://schemas.openxmlformats.org/officeDocument/2006/relationships" r:embed="rId3"/>
          <a:srcRect/>
          <a:stretch>
            <a:fillRect t="-8000" b="-8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0A0B18-7E7A-4696-8D27-FBF7F0450589}">
      <dsp:nvSpPr>
        <dsp:cNvPr id="0" name=""/>
        <dsp:cNvSpPr/>
      </dsp:nvSpPr>
      <dsp:spPr>
        <a:xfrm>
          <a:off x="5788912" y="1660545"/>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l" defTabSz="889000">
            <a:lnSpc>
              <a:spcPct val="90000"/>
            </a:lnSpc>
            <a:spcBef>
              <a:spcPct val="0"/>
            </a:spcBef>
            <a:spcAft>
              <a:spcPct val="35000"/>
            </a:spcAft>
            <a:buNone/>
          </a:pPr>
          <a:r>
            <a:rPr lang="en-US" sz="2000" b="1" kern="1200"/>
            <a:t>Landon Garrett</a:t>
          </a:r>
        </a:p>
        <a:p>
          <a:pPr marL="228600" lvl="1" indent="-228600" algn="l" defTabSz="889000">
            <a:lnSpc>
              <a:spcPct val="90000"/>
            </a:lnSpc>
            <a:spcBef>
              <a:spcPct val="0"/>
            </a:spcBef>
            <a:spcAft>
              <a:spcPct val="15000"/>
            </a:spcAft>
            <a:buNone/>
          </a:pPr>
          <a:r>
            <a:rPr lang="en-US" sz="2000" b="0" kern="1200"/>
            <a:t>Camera Vision</a:t>
          </a:r>
        </a:p>
      </dsp:txBody>
      <dsp:txXfrm>
        <a:off x="5788912" y="1660545"/>
        <a:ext cx="2409708" cy="894001"/>
      </dsp:txXfrm>
    </dsp:sp>
    <dsp:sp modelId="{784FA404-604F-47FA-AA9C-F68E97020B55}">
      <dsp:nvSpPr>
        <dsp:cNvPr id="0" name=""/>
        <dsp:cNvSpPr/>
      </dsp:nvSpPr>
      <dsp:spPr>
        <a:xfrm>
          <a:off x="8453813" y="256"/>
          <a:ext cx="2391587" cy="1660288"/>
        </a:xfrm>
        <a:prstGeom prst="rect">
          <a:avLst/>
        </a:prstGeom>
        <a:blipFill>
          <a:blip xmlns:r="http://schemas.openxmlformats.org/officeDocument/2006/relationships" r:embed="rId4"/>
          <a:srcRect/>
          <a:stretch>
            <a:fillRect t="-3000" b="-3000"/>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96E90E-0DD3-4D21-A725-E680C52512C2}">
      <dsp:nvSpPr>
        <dsp:cNvPr id="0" name=""/>
        <dsp:cNvSpPr/>
      </dsp:nvSpPr>
      <dsp:spPr>
        <a:xfrm>
          <a:off x="8439692" y="1660545"/>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l" defTabSz="889000">
            <a:lnSpc>
              <a:spcPct val="90000"/>
            </a:lnSpc>
            <a:spcBef>
              <a:spcPct val="0"/>
            </a:spcBef>
            <a:spcAft>
              <a:spcPct val="35000"/>
            </a:spcAft>
            <a:buNone/>
          </a:pPr>
          <a:r>
            <a:rPr lang="en-US" sz="2000" b="1" kern="1200"/>
            <a:t>Gerardo Hernandez</a:t>
          </a:r>
        </a:p>
        <a:p>
          <a:pPr marL="228600" lvl="1" indent="-228600" algn="l" defTabSz="889000">
            <a:lnSpc>
              <a:spcPct val="90000"/>
            </a:lnSpc>
            <a:spcBef>
              <a:spcPct val="0"/>
            </a:spcBef>
            <a:spcAft>
              <a:spcPct val="15000"/>
            </a:spcAft>
            <a:buNone/>
          </a:pPr>
          <a:r>
            <a:rPr lang="en-US" sz="2000" b="0" kern="1200"/>
            <a:t>Data Analysis</a:t>
          </a:r>
        </a:p>
      </dsp:txBody>
      <dsp:txXfrm>
        <a:off x="8439692" y="1660545"/>
        <a:ext cx="2409708" cy="894001"/>
      </dsp:txXfrm>
    </dsp:sp>
    <dsp:sp modelId="{8C80EF91-63A3-4DCB-997A-2B15DFCCD97B}">
      <dsp:nvSpPr>
        <dsp:cNvPr id="0" name=""/>
        <dsp:cNvSpPr/>
      </dsp:nvSpPr>
      <dsp:spPr>
        <a:xfrm>
          <a:off x="1654376" y="2982367"/>
          <a:ext cx="2409708" cy="1660288"/>
        </a:xfrm>
        <a:prstGeom prst="roundRect">
          <a:avLst/>
        </a:prstGeom>
        <a:blipFill>
          <a:blip xmlns:r="http://schemas.openxmlformats.org/officeDocument/2006/relationships" r:embed="rId5"/>
          <a:srcRect/>
          <a:stretch>
            <a:fillRect t="-5000" b="-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2DC3A1-CA8C-4FDD-92A3-ECB89451D9EB}">
      <dsp:nvSpPr>
        <dsp:cNvPr id="0" name=""/>
        <dsp:cNvSpPr/>
      </dsp:nvSpPr>
      <dsp:spPr>
        <a:xfrm>
          <a:off x="1633604" y="4456064"/>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ctr" defTabSz="889000" rtl="0">
            <a:lnSpc>
              <a:spcPct val="90000"/>
            </a:lnSpc>
            <a:spcBef>
              <a:spcPct val="0"/>
            </a:spcBef>
            <a:spcAft>
              <a:spcPct val="35000"/>
            </a:spcAft>
            <a:buNone/>
          </a:pPr>
          <a:r>
            <a:rPr lang="en-US" sz="2000" b="1" kern="1200">
              <a:latin typeface="Dante"/>
              <a:ea typeface="+mn-ea"/>
              <a:cs typeface="+mn-cs"/>
            </a:rPr>
            <a:t>Alten </a:t>
          </a:r>
          <a:r>
            <a:rPr lang="en-US" sz="2000" b="1" kern="1200">
              <a:latin typeface="Dante"/>
            </a:rPr>
            <a:t>Reeves</a:t>
          </a:r>
        </a:p>
        <a:p>
          <a:pPr marL="0" lvl="0" indent="0" algn="ctr" defTabSz="889000" rtl="0">
            <a:lnSpc>
              <a:spcPct val="90000"/>
            </a:lnSpc>
            <a:spcBef>
              <a:spcPct val="0"/>
            </a:spcBef>
            <a:spcAft>
              <a:spcPct val="35000"/>
            </a:spcAft>
            <a:buNone/>
          </a:pPr>
          <a:r>
            <a:rPr lang="en-US" sz="2000" kern="1200">
              <a:latin typeface="Dante"/>
            </a:rPr>
            <a:t>Locomotion</a:t>
          </a:r>
          <a:r>
            <a:rPr lang="en-US" sz="1200" kern="1200"/>
            <a:t>  </a:t>
          </a:r>
          <a:endParaRPr lang="en-US" sz="2000" b="1" kern="1200">
            <a:latin typeface="Dante"/>
          </a:endParaRPr>
        </a:p>
      </dsp:txBody>
      <dsp:txXfrm>
        <a:off x="1633604" y="4456064"/>
        <a:ext cx="2409708" cy="894001"/>
      </dsp:txXfrm>
    </dsp:sp>
    <dsp:sp modelId="{8026AB68-DC7F-4ECF-8D01-398230FA1758}">
      <dsp:nvSpPr>
        <dsp:cNvPr id="0" name=""/>
        <dsp:cNvSpPr/>
      </dsp:nvSpPr>
      <dsp:spPr>
        <a:xfrm>
          <a:off x="4520030" y="2927079"/>
          <a:ext cx="2409708" cy="1660288"/>
        </a:xfrm>
        <a:prstGeom prst="roundRect">
          <a:avLst/>
        </a:prstGeom>
        <a:blipFill>
          <a:blip xmlns:r="http://schemas.openxmlformats.org/officeDocument/2006/relationships" r:embed="rId6"/>
          <a:srcRect/>
          <a:stretch>
            <a:fillRect l="-3000" r="-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E447BE-4932-4CD4-A1B9-6A837FBDB1C8}">
      <dsp:nvSpPr>
        <dsp:cNvPr id="0" name=""/>
        <dsp:cNvSpPr/>
      </dsp:nvSpPr>
      <dsp:spPr>
        <a:xfrm>
          <a:off x="4549091" y="4456064"/>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ctr" defTabSz="889000">
            <a:lnSpc>
              <a:spcPct val="90000"/>
            </a:lnSpc>
            <a:spcBef>
              <a:spcPct val="0"/>
            </a:spcBef>
            <a:spcAft>
              <a:spcPct val="35000"/>
            </a:spcAft>
            <a:buNone/>
          </a:pPr>
          <a:r>
            <a:rPr lang="en-US" sz="2000" b="1" kern="1200">
              <a:solidFill>
                <a:prstClr val="white">
                  <a:hueOff val="0"/>
                  <a:satOff val="0"/>
                  <a:lumOff val="0"/>
                  <a:alphaOff val="0"/>
                </a:prstClr>
              </a:solidFill>
              <a:latin typeface="Dante"/>
              <a:ea typeface="+mn-ea"/>
              <a:cs typeface="+mn-cs"/>
            </a:rPr>
            <a:t>Lane Williams</a:t>
          </a:r>
        </a:p>
        <a:p>
          <a:pPr marL="0" lvl="0" indent="0" algn="ctr" defTabSz="889000">
            <a:lnSpc>
              <a:spcPct val="90000"/>
            </a:lnSpc>
            <a:spcBef>
              <a:spcPct val="0"/>
            </a:spcBef>
            <a:spcAft>
              <a:spcPct val="35000"/>
            </a:spcAft>
            <a:buNone/>
          </a:pPr>
          <a:r>
            <a:rPr lang="en-US" sz="1700" kern="1200">
              <a:solidFill>
                <a:prstClr val="white">
                  <a:hueOff val="0"/>
                  <a:satOff val="0"/>
                  <a:lumOff val="0"/>
                  <a:alphaOff val="0"/>
                </a:prstClr>
              </a:solidFill>
              <a:latin typeface="Dante"/>
              <a:ea typeface="+mn-ea"/>
              <a:cs typeface="+mn-cs"/>
            </a:rPr>
            <a:t>Navigation/Localization</a:t>
          </a:r>
          <a:endParaRPr lang="en-US" sz="1700" kern="1200"/>
        </a:p>
      </dsp:txBody>
      <dsp:txXfrm>
        <a:off x="4549091" y="4456064"/>
        <a:ext cx="2409708" cy="894001"/>
      </dsp:txXfrm>
    </dsp:sp>
    <dsp:sp modelId="{08750B76-B046-47F6-8714-1EDEFCEF7192}">
      <dsp:nvSpPr>
        <dsp:cNvPr id="0" name=""/>
        <dsp:cNvSpPr/>
      </dsp:nvSpPr>
      <dsp:spPr>
        <a:xfrm>
          <a:off x="7178039" y="2958276"/>
          <a:ext cx="2409708" cy="1660288"/>
        </a:xfrm>
        <a:prstGeom prst="roundRect">
          <a:avLst/>
        </a:prstGeom>
        <a:blipFill>
          <a:blip xmlns:r="http://schemas.openxmlformats.org/officeDocument/2006/relationships" r:embed="rId7"/>
          <a:srcRect/>
          <a:stretch>
            <a:fillRect t="-25000" b="-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CE4A5F-B1AE-4C7F-86A3-555E42531ADC}">
      <dsp:nvSpPr>
        <dsp:cNvPr id="0" name=""/>
        <dsp:cNvSpPr/>
      </dsp:nvSpPr>
      <dsp:spPr>
        <a:xfrm>
          <a:off x="7223631" y="4456064"/>
          <a:ext cx="2409708" cy="894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0" numCol="1" spcCol="1270" anchor="t" anchorCtr="0">
          <a:noAutofit/>
        </a:bodyPr>
        <a:lstStyle/>
        <a:p>
          <a:pPr marL="0" lvl="0" indent="0" algn="ctr" defTabSz="889000">
            <a:lnSpc>
              <a:spcPct val="90000"/>
            </a:lnSpc>
            <a:spcBef>
              <a:spcPct val="0"/>
            </a:spcBef>
            <a:spcAft>
              <a:spcPct val="35000"/>
            </a:spcAft>
            <a:buNone/>
          </a:pPr>
          <a:r>
            <a:rPr lang="en-US" sz="2000" b="1" kern="1200">
              <a:solidFill>
                <a:prstClr val="white">
                  <a:hueOff val="0"/>
                  <a:satOff val="0"/>
                  <a:lumOff val="0"/>
                  <a:alphaOff val="0"/>
                </a:prstClr>
              </a:solidFill>
              <a:latin typeface="Dante"/>
              <a:ea typeface="+mn-ea"/>
              <a:cs typeface="+mn-cs"/>
            </a:rPr>
            <a:t>Dr. Dylan Boyd</a:t>
          </a:r>
        </a:p>
        <a:p>
          <a:pPr marL="0" lvl="0" indent="0" algn="ctr" defTabSz="889000">
            <a:lnSpc>
              <a:spcPct val="90000"/>
            </a:lnSpc>
            <a:spcBef>
              <a:spcPct val="0"/>
            </a:spcBef>
            <a:spcAft>
              <a:spcPct val="35000"/>
            </a:spcAft>
            <a:buNone/>
          </a:pPr>
          <a:r>
            <a:rPr lang="en-US" sz="2000" kern="1200"/>
            <a:t>Faculty Advisor</a:t>
          </a:r>
          <a:endParaRPr lang="en-US" sz="1900" kern="1200"/>
        </a:p>
      </dsp:txBody>
      <dsp:txXfrm>
        <a:off x="7223631" y="4456064"/>
        <a:ext cx="2409708" cy="894001"/>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7B580E-BB12-458A-8A67-A4E85A97E57A}"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485773-E831-40C3-B08E-FE9BDAA69383}" type="slidenum">
              <a:rPr lang="en-US" smtClean="0"/>
              <a:t>‹#›</a:t>
            </a:fld>
            <a:endParaRPr lang="en-US"/>
          </a:p>
        </p:txBody>
      </p:sp>
    </p:spTree>
    <p:extLst>
      <p:ext uri="{BB962C8B-B14F-4D97-AF65-F5344CB8AC3E}">
        <p14:creationId xmlns:p14="http://schemas.microsoft.com/office/powerpoint/2010/main" val="414095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316BEC-AB1A-4058-9324-07F332198D4C}"/>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640DE4BD-38C7-497D-AE63-0EC22E333932}"/>
              </a:ext>
            </a:extLst>
          </p:cNvPr>
          <p:cNvSpPr>
            <a:spLocks noGrp="1"/>
          </p:cNvSpPr>
          <p:nvPr>
            <p:ph type="ftr" sz="quarter" idx="11"/>
          </p:nvPr>
        </p:nvSpPr>
        <p:spPr/>
        <p:txBody>
          <a:bodyPr/>
          <a:lstStyle/>
          <a:p>
            <a:r>
              <a:rPr lang="en-US"/>
              <a:t>Sample Text</a:t>
            </a:r>
          </a:p>
        </p:txBody>
      </p:sp>
      <p:sp>
        <p:nvSpPr>
          <p:cNvPr id="4" name="Slide Number Placeholder 3">
            <a:extLst>
              <a:ext uri="{FF2B5EF4-FFF2-40B4-BE49-F238E27FC236}">
                <a16:creationId xmlns:a16="http://schemas.microsoft.com/office/drawing/2014/main" id="{3EDD80C8-9EBF-4D2D-A9FA-CC9421EAAB93}"/>
              </a:ext>
            </a:extLst>
          </p:cNvPr>
          <p:cNvSpPr>
            <a:spLocks noGrp="1"/>
          </p:cNvSpPr>
          <p:nvPr>
            <p:ph type="sldNum" sz="quarter" idx="12"/>
          </p:nvPr>
        </p:nvSpPr>
        <p:spPr/>
        <p:txBody>
          <a:bodyPr/>
          <a:lstStyle/>
          <a:p>
            <a:fld id="{AE208ADF-3ADD-483D-A721-14E3EEE2C135}" type="slidenum">
              <a:rPr lang="en-US" smtClean="0"/>
              <a:t>‹#›</a:t>
            </a:fld>
            <a:endParaRPr lang="en-US"/>
          </a:p>
        </p:txBody>
      </p:sp>
      <p:sp useBgFill="1">
        <p:nvSpPr>
          <p:cNvPr id="5" name="Rectangle 4">
            <a:extLst>
              <a:ext uri="{FF2B5EF4-FFF2-40B4-BE49-F238E27FC236}">
                <a16:creationId xmlns:a16="http://schemas.microsoft.com/office/drawing/2014/main" id="{FE162AE6-C2BA-4446-A2D9-41A8F1A6153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7A267802-5F0D-4EE1-AF9D-EF2E4F23C392}"/>
              </a:ext>
              <a:ext uri="{C183D7F6-B498-43B3-948B-1728B52AA6E4}">
                <adec:decorative xmlns:adec="http://schemas.microsoft.com/office/drawing/2017/decorative" val="1"/>
              </a:ext>
            </a:extLst>
          </p:cNvPr>
          <p:cNvSpPr/>
          <p:nvPr userDrawn="1"/>
        </p:nvSpPr>
        <p:spPr>
          <a:xfrm>
            <a:off x="1775" y="0"/>
            <a:ext cx="43861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B728D93-929A-4CAF-A102-3C217E9170B1}"/>
              </a:ext>
            </a:extLst>
          </p:cNvPr>
          <p:cNvSpPr>
            <a:spLocks noGrp="1"/>
          </p:cNvSpPr>
          <p:nvPr>
            <p:ph type="ctrTitle"/>
          </p:nvPr>
        </p:nvSpPr>
        <p:spPr>
          <a:xfrm>
            <a:off x="684361" y="428903"/>
            <a:ext cx="3071005" cy="3051391"/>
          </a:xfrm>
        </p:spPr>
        <p:txBody>
          <a:bodyPr anchor="b">
            <a:normAutofit/>
          </a:bodyPr>
          <a:lstStyle>
            <a:lvl1pPr algn="ctr">
              <a:lnSpc>
                <a:spcPct val="90000"/>
              </a:lnSpc>
              <a:defRPr>
                <a:solidFill>
                  <a:schemeClr val="tx2"/>
                </a:solidFill>
              </a:defRPr>
            </a:lvl1pPr>
          </a:lstStyle>
          <a:p>
            <a:pPr>
              <a:tabLst>
                <a:tab pos="3370263" algn="l"/>
              </a:tabLst>
            </a:pPr>
            <a:endParaRPr lang="en-US" sz="4000">
              <a:solidFill>
                <a:schemeClr val="tx2">
                  <a:alpha val="75000"/>
                </a:schemeClr>
              </a:solidFill>
            </a:endParaRPr>
          </a:p>
        </p:txBody>
      </p:sp>
      <p:sp>
        <p:nvSpPr>
          <p:cNvPr id="9" name="Subtitle 2">
            <a:extLst>
              <a:ext uri="{FF2B5EF4-FFF2-40B4-BE49-F238E27FC236}">
                <a16:creationId xmlns:a16="http://schemas.microsoft.com/office/drawing/2014/main" id="{B81702E9-0038-4210-9FAB-E76C1EF85C4F}"/>
              </a:ext>
            </a:extLst>
          </p:cNvPr>
          <p:cNvSpPr>
            <a:spLocks noGrp="1"/>
          </p:cNvSpPr>
          <p:nvPr>
            <p:ph type="subTitle" idx="1" hasCustomPrompt="1"/>
          </p:nvPr>
        </p:nvSpPr>
        <p:spPr>
          <a:xfrm>
            <a:off x="744876" y="5116529"/>
            <a:ext cx="2948684" cy="955497"/>
          </a:xfrm>
        </p:spPr>
        <p:txBody>
          <a:bodyPr>
            <a:normAutofit/>
          </a:bodyPr>
          <a:lstStyle>
            <a:lvl1pPr marL="0" indent="0" algn="ctr">
              <a:lnSpc>
                <a:spcPct val="150000"/>
              </a:lnSpc>
              <a:buNone/>
              <a:defRPr sz="1600" cap="all" spc="600" baseline="0">
                <a:solidFill>
                  <a:schemeClr val="tx2"/>
                </a:solidFill>
              </a:defRPr>
            </a:lvl1pPr>
          </a:lstStyle>
          <a:p>
            <a:r>
              <a:rPr lang="en-US">
                <a:solidFill>
                  <a:schemeClr val="tx2"/>
                </a:solidFill>
              </a:rPr>
              <a:t>subtitle</a:t>
            </a:r>
          </a:p>
        </p:txBody>
      </p:sp>
      <p:sp>
        <p:nvSpPr>
          <p:cNvPr id="10" name="Freeform: Shape 9">
            <a:extLst>
              <a:ext uri="{FF2B5EF4-FFF2-40B4-BE49-F238E27FC236}">
                <a16:creationId xmlns:a16="http://schemas.microsoft.com/office/drawing/2014/main" id="{13E1655C-FA7C-42D9-8EE1-E7CF6988A050}"/>
              </a:ext>
              <a:ext uri="{C183D7F6-B498-43B3-948B-1728B52AA6E4}">
                <adec:decorative xmlns:adec="http://schemas.microsoft.com/office/drawing/2017/decorative" val="1"/>
              </a:ext>
            </a:extLst>
          </p:cNvPr>
          <p:cNvSpPr/>
          <p:nvPr userDrawn="1"/>
        </p:nvSpPr>
        <p:spPr>
          <a:xfrm rot="13547565" flipH="1">
            <a:off x="1747479" y="3853642"/>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a:p>
        </p:txBody>
      </p:sp>
      <p:sp>
        <p:nvSpPr>
          <p:cNvPr id="12" name="Picture Placeholder 11">
            <a:extLst>
              <a:ext uri="{FF2B5EF4-FFF2-40B4-BE49-F238E27FC236}">
                <a16:creationId xmlns:a16="http://schemas.microsoft.com/office/drawing/2014/main" id="{46441E9C-E7AE-4B2E-A8FF-F364980D9036}"/>
              </a:ext>
            </a:extLst>
          </p:cNvPr>
          <p:cNvSpPr>
            <a:spLocks noGrp="1"/>
          </p:cNvSpPr>
          <p:nvPr>
            <p:ph type="pic" sz="quarter" idx="13"/>
          </p:nvPr>
        </p:nvSpPr>
        <p:spPr>
          <a:xfrm>
            <a:off x="4383024" y="0"/>
            <a:ext cx="7808976" cy="6858000"/>
          </a:xfrm>
          <a:solidFill>
            <a:schemeClr val="bg2">
              <a:lumMod val="50000"/>
              <a:lumOff val="50000"/>
            </a:schemeClr>
          </a:solidFill>
        </p:spPr>
        <p:txBody>
          <a:bodyPr/>
          <a:lstStyle/>
          <a:p>
            <a:endParaRPr lang="en-US"/>
          </a:p>
        </p:txBody>
      </p:sp>
    </p:spTree>
    <p:extLst>
      <p:ext uri="{BB962C8B-B14F-4D97-AF65-F5344CB8AC3E}">
        <p14:creationId xmlns:p14="http://schemas.microsoft.com/office/powerpoint/2010/main" val="2171283408"/>
      </p:ext>
    </p:extLst>
  </p:cSld>
  <p:clrMapOvr>
    <a:masterClrMapping/>
  </p:clrMapOvr>
  <p:extLst>
    <p:ext uri="{DCECCB84-F9BA-43D5-87BE-67443E8EF086}">
      <p15:sldGuideLst xmlns:p15="http://schemas.microsoft.com/office/powerpoint/2012/main">
        <p15:guide id="1" pos="2760" userDrawn="1">
          <p15:clr>
            <a:srgbClr val="FBAE40"/>
          </p15:clr>
        </p15:guide>
        <p15:guide id="2" pos="39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65A6970-043A-47D8-B545-755078B0D7EB}"/>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7">
            <a:extLst>
              <a:ext uri="{FF2B5EF4-FFF2-40B4-BE49-F238E27FC236}">
                <a16:creationId xmlns:a16="http://schemas.microsoft.com/office/drawing/2014/main" id="{86AC1DD3-428F-4C39-A551-E13ABD51BDBF}"/>
              </a:ext>
            </a:extLst>
          </p:cNvPr>
          <p:cNvSpPr>
            <a:spLocks noGrp="1"/>
          </p:cNvSpPr>
          <p:nvPr>
            <p:ph type="title"/>
          </p:nvPr>
        </p:nvSpPr>
        <p:spPr>
          <a:xfrm>
            <a:off x="647699" y="647700"/>
            <a:ext cx="3483421" cy="2866599"/>
          </a:xfrm>
        </p:spPr>
        <p:txBody>
          <a:bodyPr>
            <a:normAutofit/>
          </a:bodyPr>
          <a:lstStyle/>
          <a:p>
            <a:pPr algn="r"/>
            <a:endParaRPr lang="en-US"/>
          </a:p>
        </p:txBody>
      </p:sp>
      <p:cxnSp>
        <p:nvCxnSpPr>
          <p:cNvPr id="7" name="Straight Connector 6">
            <a:extLst>
              <a:ext uri="{FF2B5EF4-FFF2-40B4-BE49-F238E27FC236}">
                <a16:creationId xmlns:a16="http://schemas.microsoft.com/office/drawing/2014/main" id="{0661C8BF-A13F-41C7-AD96-FF1FF2487316}"/>
              </a:ext>
              <a:ext uri="{C183D7F6-B498-43B3-948B-1728B52AA6E4}">
                <adec:decorative xmlns:adec="http://schemas.microsoft.com/office/drawing/2017/decorative" val="1"/>
              </a:ext>
            </a:extLst>
          </p:cNvPr>
          <p:cNvCxnSpPr>
            <a:cxnSpLocks/>
          </p:cNvCxnSpPr>
          <p:nvPr userDrawn="1"/>
        </p:nvCxnSpPr>
        <p:spPr>
          <a:xfrm>
            <a:off x="4572000" y="1344305"/>
            <a:ext cx="0" cy="1610436"/>
          </a:xfrm>
          <a:prstGeom prst="line">
            <a:avLst/>
          </a:prstGeom>
          <a:ln w="19050">
            <a:solidFill>
              <a:schemeClr val="accent1">
                <a:lumMod val="75000"/>
                <a:alpha val="7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8">
            <a:extLst>
              <a:ext uri="{FF2B5EF4-FFF2-40B4-BE49-F238E27FC236}">
                <a16:creationId xmlns:a16="http://schemas.microsoft.com/office/drawing/2014/main" id="{C48B2C18-58F4-4964-8F53-1A6C5CA463DE}"/>
              </a:ext>
            </a:extLst>
          </p:cNvPr>
          <p:cNvSpPr>
            <a:spLocks noGrp="1"/>
          </p:cNvSpPr>
          <p:nvPr>
            <p:ph idx="1"/>
          </p:nvPr>
        </p:nvSpPr>
        <p:spPr>
          <a:xfrm>
            <a:off x="5117909" y="647700"/>
            <a:ext cx="6401231" cy="2982604"/>
          </a:xfrm>
        </p:spPr>
        <p:txBody>
          <a:bodyPr anchor="ctr">
            <a:normAutofit/>
          </a:bodyPr>
          <a:lstStyle>
            <a:lvl1pPr marL="0" indent="0">
              <a:buNone/>
              <a:defRPr/>
            </a:lvl1pPr>
          </a:lstStyle>
          <a:p>
            <a:endParaRPr lang="en-US"/>
          </a:p>
        </p:txBody>
      </p:sp>
      <p:sp>
        <p:nvSpPr>
          <p:cNvPr id="14" name="Picture Placeholder 13">
            <a:extLst>
              <a:ext uri="{FF2B5EF4-FFF2-40B4-BE49-F238E27FC236}">
                <a16:creationId xmlns:a16="http://schemas.microsoft.com/office/drawing/2014/main" id="{60AF7978-E274-4580-9576-25C42D06B28B}"/>
              </a:ext>
            </a:extLst>
          </p:cNvPr>
          <p:cNvSpPr>
            <a:spLocks noGrp="1"/>
          </p:cNvSpPr>
          <p:nvPr>
            <p:ph type="pic" sz="quarter" idx="13"/>
          </p:nvPr>
        </p:nvSpPr>
        <p:spPr>
          <a:xfrm>
            <a:off x="667512" y="4142232"/>
            <a:ext cx="2606040" cy="2075688"/>
          </a:xfrm>
          <a:solidFill>
            <a:schemeClr val="bg2">
              <a:lumMod val="50000"/>
              <a:lumOff val="50000"/>
            </a:schemeClr>
          </a:solidFill>
        </p:spPr>
        <p:txBody>
          <a:bodyPr/>
          <a:lstStyle/>
          <a:p>
            <a:endParaRPr lang="en-US"/>
          </a:p>
        </p:txBody>
      </p:sp>
      <p:sp>
        <p:nvSpPr>
          <p:cNvPr id="16" name="Picture Placeholder 13">
            <a:extLst>
              <a:ext uri="{FF2B5EF4-FFF2-40B4-BE49-F238E27FC236}">
                <a16:creationId xmlns:a16="http://schemas.microsoft.com/office/drawing/2014/main" id="{C26149A3-CFBC-4F7F-B065-171177885AF8}"/>
              </a:ext>
            </a:extLst>
          </p:cNvPr>
          <p:cNvSpPr>
            <a:spLocks noGrp="1"/>
          </p:cNvSpPr>
          <p:nvPr>
            <p:ph type="pic" sz="quarter" idx="15"/>
          </p:nvPr>
        </p:nvSpPr>
        <p:spPr>
          <a:xfrm>
            <a:off x="3416041" y="4142232"/>
            <a:ext cx="2606040" cy="2075688"/>
          </a:xfrm>
          <a:solidFill>
            <a:schemeClr val="bg2">
              <a:lumMod val="50000"/>
              <a:lumOff val="50000"/>
            </a:schemeClr>
          </a:solidFill>
        </p:spPr>
        <p:txBody>
          <a:bodyPr/>
          <a:lstStyle/>
          <a:p>
            <a:endParaRPr lang="en-US"/>
          </a:p>
        </p:txBody>
      </p:sp>
      <p:sp>
        <p:nvSpPr>
          <p:cNvPr id="17" name="Picture Placeholder 13">
            <a:extLst>
              <a:ext uri="{FF2B5EF4-FFF2-40B4-BE49-F238E27FC236}">
                <a16:creationId xmlns:a16="http://schemas.microsoft.com/office/drawing/2014/main" id="{47CA6D41-6659-4919-BF3F-FCA2AB53F4FE}"/>
              </a:ext>
            </a:extLst>
          </p:cNvPr>
          <p:cNvSpPr>
            <a:spLocks noGrp="1"/>
          </p:cNvSpPr>
          <p:nvPr>
            <p:ph type="pic" sz="quarter" idx="16"/>
          </p:nvPr>
        </p:nvSpPr>
        <p:spPr>
          <a:xfrm>
            <a:off x="6164570" y="4142232"/>
            <a:ext cx="2606040" cy="2075688"/>
          </a:xfrm>
          <a:solidFill>
            <a:schemeClr val="bg2">
              <a:lumMod val="50000"/>
              <a:lumOff val="50000"/>
            </a:schemeClr>
          </a:solidFill>
        </p:spPr>
        <p:txBody>
          <a:bodyPr/>
          <a:lstStyle/>
          <a:p>
            <a:endParaRPr lang="en-US"/>
          </a:p>
        </p:txBody>
      </p:sp>
      <p:sp>
        <p:nvSpPr>
          <p:cNvPr id="15" name="Picture Placeholder 13">
            <a:extLst>
              <a:ext uri="{FF2B5EF4-FFF2-40B4-BE49-F238E27FC236}">
                <a16:creationId xmlns:a16="http://schemas.microsoft.com/office/drawing/2014/main" id="{20E6777B-4AD1-427E-904E-21086E731818}"/>
              </a:ext>
            </a:extLst>
          </p:cNvPr>
          <p:cNvSpPr>
            <a:spLocks noGrp="1"/>
          </p:cNvSpPr>
          <p:nvPr>
            <p:ph type="pic" sz="quarter" idx="14"/>
          </p:nvPr>
        </p:nvSpPr>
        <p:spPr>
          <a:xfrm>
            <a:off x="8913100" y="4142232"/>
            <a:ext cx="2606040" cy="2075688"/>
          </a:xfrm>
          <a:solidFill>
            <a:schemeClr val="bg2">
              <a:lumMod val="50000"/>
              <a:lumOff val="50000"/>
            </a:schemeClr>
          </a:solidFill>
        </p:spPr>
        <p:txBody>
          <a:bodyPr/>
          <a:lstStyle/>
          <a:p>
            <a:endParaRPr lang="en-US"/>
          </a:p>
        </p:txBody>
      </p:sp>
      <p:sp>
        <p:nvSpPr>
          <p:cNvPr id="20" name="Date Placeholder 3">
            <a:extLst>
              <a:ext uri="{FF2B5EF4-FFF2-40B4-BE49-F238E27FC236}">
                <a16:creationId xmlns:a16="http://schemas.microsoft.com/office/drawing/2014/main" id="{7E0D4C96-36DA-4C90-B4F7-FD78F9F06EC4}"/>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21" name="Footer Placeholder 4">
            <a:extLst>
              <a:ext uri="{FF2B5EF4-FFF2-40B4-BE49-F238E27FC236}">
                <a16:creationId xmlns:a16="http://schemas.microsoft.com/office/drawing/2014/main" id="{DCC27624-76B0-4BB8-B6D9-C01BCCE65729}"/>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22" name="Slide Number Placeholder 5">
            <a:extLst>
              <a:ext uri="{FF2B5EF4-FFF2-40B4-BE49-F238E27FC236}">
                <a16:creationId xmlns:a16="http://schemas.microsoft.com/office/drawing/2014/main" id="{E5D71582-7D60-491E-945E-00A9A6A2E4D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11718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283E6C1-A698-44ED-B112-2185C527C814}"/>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p>
        </p:txBody>
      </p:sp>
      <p:sp>
        <p:nvSpPr>
          <p:cNvPr id="6" name="Title 7">
            <a:extLst>
              <a:ext uri="{FF2B5EF4-FFF2-40B4-BE49-F238E27FC236}">
                <a16:creationId xmlns:a16="http://schemas.microsoft.com/office/drawing/2014/main" id="{B8DA9715-F69D-45C0-8C20-D23271722306}"/>
              </a:ext>
            </a:extLst>
          </p:cNvPr>
          <p:cNvSpPr>
            <a:spLocks noGrp="1"/>
          </p:cNvSpPr>
          <p:nvPr>
            <p:ph type="title"/>
          </p:nvPr>
        </p:nvSpPr>
        <p:spPr>
          <a:xfrm>
            <a:off x="845164" y="1034470"/>
            <a:ext cx="10515600" cy="899783"/>
          </a:xfrm>
        </p:spPr>
        <p:txBody>
          <a:bodyPr wrap="none" anchor="ctr">
            <a:noAutofit/>
          </a:bodyPr>
          <a:lstStyle>
            <a:lvl1pPr algn="l">
              <a:spcBef>
                <a:spcPts val="0"/>
              </a:spcBef>
              <a:defRPr baseline="0"/>
            </a:lvl1pPr>
          </a:lstStyle>
          <a:p>
            <a:pPr algn="ctr"/>
            <a:endParaRPr lang="en-US"/>
          </a:p>
        </p:txBody>
      </p:sp>
      <p:sp>
        <p:nvSpPr>
          <p:cNvPr id="10" name="Text Placeholder 9">
            <a:extLst>
              <a:ext uri="{FF2B5EF4-FFF2-40B4-BE49-F238E27FC236}">
                <a16:creationId xmlns:a16="http://schemas.microsoft.com/office/drawing/2014/main" id="{EA11834F-2E86-44CF-9B7B-879C54D3E3DE}"/>
              </a:ext>
            </a:extLst>
          </p:cNvPr>
          <p:cNvSpPr>
            <a:spLocks noGrp="1"/>
          </p:cNvSpPr>
          <p:nvPr>
            <p:ph type="body" sz="quarter" idx="16" hasCustomPrompt="1"/>
          </p:nvPr>
        </p:nvSpPr>
        <p:spPr>
          <a:xfrm>
            <a:off x="845164" y="1900962"/>
            <a:ext cx="10112375" cy="1954213"/>
          </a:xfrm>
        </p:spPr>
        <p:txBody>
          <a:bodyPr anchor="t"/>
          <a:lstStyle>
            <a:lvl1pPr marL="0" indent="0" algn="just">
              <a:buNone/>
              <a:defRPr baseline="0"/>
            </a:lvl1pPr>
            <a:lvl2pPr marL="274320" indent="0" algn="ctr">
              <a:buFont typeface="Arial" panose="020B0604020202020204" pitchFamily="34" charset="0"/>
              <a:buNone/>
              <a:defRPr/>
            </a:lvl2pPr>
            <a:lvl3pPr marL="228600" indent="0" algn="ctr">
              <a:buNone/>
              <a:defRPr/>
            </a:lvl3pPr>
            <a:lvl4pPr marL="640080" indent="0" algn="ctr">
              <a:buFont typeface="Arial" panose="020B0604020202020204" pitchFamily="34" charset="0"/>
              <a:buNone/>
              <a:defRPr/>
            </a:lvl4pPr>
            <a:lvl5pPr marL="685800" indent="0" algn="ctr">
              <a:buNone/>
              <a:defRPr/>
            </a:lvl5pPr>
          </a:lstStyle>
          <a:p>
            <a:pPr lvl="0"/>
            <a:r>
              <a:rPr lang="en-US"/>
              <a:t>Click to add text</a:t>
            </a:r>
          </a:p>
        </p:txBody>
      </p:sp>
      <p:sp>
        <p:nvSpPr>
          <p:cNvPr id="13" name="Picture Placeholder 12">
            <a:extLst>
              <a:ext uri="{FF2B5EF4-FFF2-40B4-BE49-F238E27FC236}">
                <a16:creationId xmlns:a16="http://schemas.microsoft.com/office/drawing/2014/main" id="{06B13C98-6A68-488A-A861-3651BEFFDB91}"/>
              </a:ext>
            </a:extLst>
          </p:cNvPr>
          <p:cNvSpPr>
            <a:spLocks noGrp="1"/>
          </p:cNvSpPr>
          <p:nvPr>
            <p:ph type="pic" sz="quarter" idx="13"/>
          </p:nvPr>
        </p:nvSpPr>
        <p:spPr>
          <a:xfrm>
            <a:off x="0" y="4160520"/>
            <a:ext cx="4067175" cy="2697480"/>
          </a:xfrm>
          <a:solidFill>
            <a:schemeClr val="bg2">
              <a:lumMod val="50000"/>
              <a:lumOff val="50000"/>
            </a:schemeClr>
          </a:solidFill>
        </p:spPr>
        <p:txBody>
          <a:bodyPr/>
          <a:lstStyle/>
          <a:p>
            <a:endParaRPr lang="en-US"/>
          </a:p>
        </p:txBody>
      </p:sp>
      <p:sp>
        <p:nvSpPr>
          <p:cNvPr id="18" name="Date Placeholder 3">
            <a:extLst>
              <a:ext uri="{FF2B5EF4-FFF2-40B4-BE49-F238E27FC236}">
                <a16:creationId xmlns:a16="http://schemas.microsoft.com/office/drawing/2014/main" id="{2938ABF9-B914-4702-BD3C-440D785C4B8E}"/>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4" name="Picture Placeholder 12">
            <a:extLst>
              <a:ext uri="{FF2B5EF4-FFF2-40B4-BE49-F238E27FC236}">
                <a16:creationId xmlns:a16="http://schemas.microsoft.com/office/drawing/2014/main" id="{A8DDEC8E-7A5B-45B1-87C2-928F65F6DC8B}"/>
              </a:ext>
            </a:extLst>
          </p:cNvPr>
          <p:cNvSpPr>
            <a:spLocks noGrp="1"/>
          </p:cNvSpPr>
          <p:nvPr>
            <p:ph type="pic" sz="quarter" idx="14"/>
          </p:nvPr>
        </p:nvSpPr>
        <p:spPr>
          <a:xfrm>
            <a:off x="4059936" y="4160520"/>
            <a:ext cx="4133088" cy="2697480"/>
          </a:xfrm>
          <a:solidFill>
            <a:schemeClr val="bg2">
              <a:lumMod val="50000"/>
              <a:lumOff val="50000"/>
            </a:schemeClr>
          </a:solidFill>
        </p:spPr>
        <p:txBody>
          <a:bodyPr/>
          <a:lstStyle/>
          <a:p>
            <a:endParaRPr lang="en-US"/>
          </a:p>
        </p:txBody>
      </p:sp>
      <p:sp>
        <p:nvSpPr>
          <p:cNvPr id="19" name="Footer Placeholder 4">
            <a:extLst>
              <a:ext uri="{FF2B5EF4-FFF2-40B4-BE49-F238E27FC236}">
                <a16:creationId xmlns:a16="http://schemas.microsoft.com/office/drawing/2014/main" id="{3D694128-BF72-4548-B72F-CAFBFD2346E1}"/>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5" name="Picture Placeholder 12">
            <a:extLst>
              <a:ext uri="{FF2B5EF4-FFF2-40B4-BE49-F238E27FC236}">
                <a16:creationId xmlns:a16="http://schemas.microsoft.com/office/drawing/2014/main" id="{5E558F1D-66DC-426F-B815-D10EB6BC4E0B}"/>
              </a:ext>
            </a:extLst>
          </p:cNvPr>
          <p:cNvSpPr>
            <a:spLocks noGrp="1"/>
          </p:cNvSpPr>
          <p:nvPr>
            <p:ph type="pic" sz="quarter" idx="15"/>
          </p:nvPr>
        </p:nvSpPr>
        <p:spPr>
          <a:xfrm>
            <a:off x="8193024" y="4160520"/>
            <a:ext cx="4005072" cy="2697480"/>
          </a:xfrm>
          <a:solidFill>
            <a:schemeClr val="bg2">
              <a:lumMod val="50000"/>
              <a:lumOff val="50000"/>
            </a:schemeClr>
          </a:solidFill>
        </p:spPr>
        <p:txBody>
          <a:bodyPr/>
          <a:lstStyle/>
          <a:p>
            <a:endParaRPr lang="en-US"/>
          </a:p>
        </p:txBody>
      </p:sp>
      <p:cxnSp>
        <p:nvCxnSpPr>
          <p:cNvPr id="7" name="Straight Connector 6">
            <a:extLst>
              <a:ext uri="{FF2B5EF4-FFF2-40B4-BE49-F238E27FC236}">
                <a16:creationId xmlns:a16="http://schemas.microsoft.com/office/drawing/2014/main" id="{3EC1452B-8D51-4F49-9A26-8D49BCE7AABB}"/>
              </a:ext>
              <a:ext uri="{C183D7F6-B498-43B3-948B-1728B52AA6E4}">
                <adec:decorative xmlns:adec="http://schemas.microsoft.com/office/drawing/2017/decorative" val="1"/>
              </a:ext>
            </a:extLst>
          </p:cNvPr>
          <p:cNvCxnSpPr>
            <a:cxnSpLocks/>
          </p:cNvCxnSpPr>
          <p:nvPr userDrawn="1"/>
        </p:nvCxnSpPr>
        <p:spPr>
          <a:xfrm>
            <a:off x="3950899" y="1555564"/>
            <a:ext cx="4290204" cy="0"/>
          </a:xfrm>
          <a:prstGeom prst="line">
            <a:avLst/>
          </a:prstGeom>
          <a:ln w="19050">
            <a:solidFill>
              <a:schemeClr val="accent1">
                <a:alpha val="75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5">
            <a:extLst>
              <a:ext uri="{FF2B5EF4-FFF2-40B4-BE49-F238E27FC236}">
                <a16:creationId xmlns:a16="http://schemas.microsoft.com/office/drawing/2014/main" id="{68719BE9-7631-4214-B581-04437DDA5C17}"/>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147397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6AF1EB8-173E-4BDF-9FB9-340DC5FC2686}"/>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B44A6C40-5A2B-4859-A8AE-52464ACB654F}"/>
              </a:ext>
            </a:extLst>
          </p:cNvPr>
          <p:cNvSpPr>
            <a:spLocks noGrp="1"/>
          </p:cNvSpPr>
          <p:nvPr>
            <p:ph type="ctrTitle"/>
          </p:nvPr>
        </p:nvSpPr>
        <p:spPr>
          <a:xfrm>
            <a:off x="647700" y="5059252"/>
            <a:ext cx="6874327" cy="1209275"/>
          </a:xfrm>
        </p:spPr>
        <p:txBody>
          <a:bodyPr anchor="ctr">
            <a:normAutofit/>
          </a:bodyPr>
          <a:lstStyle>
            <a:lvl1pPr algn="l">
              <a:defRPr/>
            </a:lvl1pPr>
          </a:lstStyle>
          <a:p>
            <a:pPr algn="r"/>
            <a:endParaRPr lang="en-US" sz="4000"/>
          </a:p>
        </p:txBody>
      </p:sp>
      <p:sp>
        <p:nvSpPr>
          <p:cNvPr id="17" name="Subtitle 2">
            <a:extLst>
              <a:ext uri="{FF2B5EF4-FFF2-40B4-BE49-F238E27FC236}">
                <a16:creationId xmlns:a16="http://schemas.microsoft.com/office/drawing/2014/main" id="{4839C935-8C88-4E41-9CDE-772FDA3DD94F}"/>
              </a:ext>
            </a:extLst>
          </p:cNvPr>
          <p:cNvSpPr>
            <a:spLocks noGrp="1"/>
          </p:cNvSpPr>
          <p:nvPr>
            <p:ph type="subTitle" idx="1"/>
          </p:nvPr>
        </p:nvSpPr>
        <p:spPr>
          <a:xfrm>
            <a:off x="8098970" y="5056632"/>
            <a:ext cx="3392445" cy="1207008"/>
          </a:xfrm>
        </p:spPr>
        <p:txBody>
          <a:bodyPr anchor="ctr">
            <a:normAutofit/>
          </a:bodyPr>
          <a:lstStyle>
            <a:lvl1pPr marL="0" indent="0">
              <a:buNone/>
              <a:defRPr/>
            </a:lvl1pPr>
          </a:lstStyle>
          <a:p>
            <a:pPr algn="l"/>
            <a:endParaRPr lang="en-US" sz="1600"/>
          </a:p>
        </p:txBody>
      </p:sp>
      <p:cxnSp>
        <p:nvCxnSpPr>
          <p:cNvPr id="19" name="Straight Connector 18">
            <a:extLst>
              <a:ext uri="{FF2B5EF4-FFF2-40B4-BE49-F238E27FC236}">
                <a16:creationId xmlns:a16="http://schemas.microsoft.com/office/drawing/2014/main" id="{30C6FCBF-78C9-4160-8C8D-C0846C6D2B40}"/>
              </a:ext>
              <a:ext uri="{C183D7F6-B498-43B3-948B-1728B52AA6E4}">
                <adec:decorative xmlns:adec="http://schemas.microsoft.com/office/drawing/2017/decorative" val="1"/>
              </a:ext>
            </a:extLst>
          </p:cNvPr>
          <p:cNvCxnSpPr>
            <a:cxnSpLocks/>
          </p:cNvCxnSpPr>
          <p:nvPr userDrawn="1"/>
        </p:nvCxnSpPr>
        <p:spPr>
          <a:xfrm>
            <a:off x="7810499" y="5187442"/>
            <a:ext cx="0" cy="875607"/>
          </a:xfrm>
          <a:prstGeom prst="line">
            <a:avLst/>
          </a:prstGeom>
          <a:ln w="15875">
            <a:solidFill>
              <a:schemeClr val="accent1">
                <a:lumMod val="75000"/>
                <a:alpha val="82000"/>
              </a:schemeClr>
            </a:solidFill>
          </a:ln>
        </p:spPr>
        <p:style>
          <a:lnRef idx="1">
            <a:schemeClr val="accent1"/>
          </a:lnRef>
          <a:fillRef idx="0">
            <a:schemeClr val="accent1"/>
          </a:fillRef>
          <a:effectRef idx="0">
            <a:schemeClr val="accent1"/>
          </a:effectRef>
          <a:fontRef idx="minor">
            <a:schemeClr val="tx1"/>
          </a:fontRef>
        </p:style>
      </p:cxnSp>
      <p:sp>
        <p:nvSpPr>
          <p:cNvPr id="21" name="Picture Placeholder 20">
            <a:extLst>
              <a:ext uri="{FF2B5EF4-FFF2-40B4-BE49-F238E27FC236}">
                <a16:creationId xmlns:a16="http://schemas.microsoft.com/office/drawing/2014/main" id="{6950CA0E-635B-46DC-8900-0DD2B472AF19}"/>
              </a:ext>
            </a:extLst>
          </p:cNvPr>
          <p:cNvSpPr>
            <a:spLocks noGrp="1"/>
          </p:cNvSpPr>
          <p:nvPr>
            <p:ph type="pic" sz="quarter" idx="13"/>
          </p:nvPr>
        </p:nvSpPr>
        <p:spPr>
          <a:xfrm>
            <a:off x="1524" y="0"/>
            <a:ext cx="12188952" cy="4562856"/>
          </a:xfrm>
          <a:solidFill>
            <a:schemeClr val="bg2">
              <a:lumMod val="50000"/>
              <a:lumOff val="50000"/>
            </a:schemeClr>
          </a:solidFill>
        </p:spPr>
        <p:txBody>
          <a:bodyPr/>
          <a:lstStyle/>
          <a:p>
            <a:endParaRPr lang="en-US"/>
          </a:p>
        </p:txBody>
      </p:sp>
    </p:spTree>
    <p:extLst>
      <p:ext uri="{BB962C8B-B14F-4D97-AF65-F5344CB8AC3E}">
        <p14:creationId xmlns:p14="http://schemas.microsoft.com/office/powerpoint/2010/main" val="114573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46B-7B57-4F95-B17F-B9DEE3394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08814-722A-4F2C-8807-C09FEEC251E7}"/>
              </a:ext>
            </a:extLst>
          </p:cNvPr>
          <p:cNvSpPr>
            <a:spLocks noGrp="1"/>
          </p:cNvSpPr>
          <p:nvPr>
            <p:ph idx="1"/>
          </p:nvPr>
        </p:nvSpPr>
        <p:spPr>
          <a:xfrm>
            <a:off x="838200" y="1811756"/>
            <a:ext cx="10515600" cy="4190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F31BABDF-AA85-4A10-A98B-507CF2428AD6}"/>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3" name="Footer Placeholder 4">
            <a:extLst>
              <a:ext uri="{FF2B5EF4-FFF2-40B4-BE49-F238E27FC236}">
                <a16:creationId xmlns:a16="http://schemas.microsoft.com/office/drawing/2014/main" id="{58717800-ADD4-4E93-B0D0-271E7848D565}"/>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4" name="Slide Number Placeholder 5">
            <a:extLst>
              <a:ext uri="{FF2B5EF4-FFF2-40B4-BE49-F238E27FC236}">
                <a16:creationId xmlns:a16="http://schemas.microsoft.com/office/drawing/2014/main" id="{70AC3ECC-84E8-497F-BC52-5189149B0392}"/>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1395397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ab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46B-7B57-4F95-B17F-B9DEE3394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08814-722A-4F2C-8807-C09FEEC251E7}"/>
              </a:ext>
            </a:extLst>
          </p:cNvPr>
          <p:cNvSpPr>
            <a:spLocks noGrp="1"/>
          </p:cNvSpPr>
          <p:nvPr>
            <p:ph idx="1"/>
          </p:nvPr>
        </p:nvSpPr>
        <p:spPr>
          <a:xfrm>
            <a:off x="838200" y="2438403"/>
            <a:ext cx="10515600" cy="35452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C1976FF6-0FAE-4806-A07E-BE4D7411681F}"/>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0" name="Footer Placeholder 4">
            <a:extLst>
              <a:ext uri="{FF2B5EF4-FFF2-40B4-BE49-F238E27FC236}">
                <a16:creationId xmlns:a16="http://schemas.microsoft.com/office/drawing/2014/main" id="{842FFD90-937D-4551-9F0C-7A5B0C78E51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1" name="Slide Number Placeholder 5">
            <a:extLst>
              <a:ext uri="{FF2B5EF4-FFF2-40B4-BE49-F238E27FC236}">
                <a16:creationId xmlns:a16="http://schemas.microsoft.com/office/drawing/2014/main" id="{BED25ED3-40D6-4D4C-BEF6-506E3E31B2A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1378619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8FC83D-BE6C-46F7-A2C9-654DF8EBE0D6}"/>
              </a:ext>
            </a:extLst>
          </p:cNvPr>
          <p:cNvSpPr>
            <a:spLocks noGrp="1"/>
          </p:cNvSpPr>
          <p:nvPr>
            <p:ph type="ctrTitle"/>
          </p:nvPr>
        </p:nvSpPr>
        <p:spPr>
          <a:xfrm>
            <a:off x="653733" y="1679441"/>
            <a:ext cx="10890565" cy="589966"/>
          </a:xfrm>
        </p:spPr>
        <p:txBody>
          <a:bodyPr>
            <a:normAutofit fontScale="90000"/>
          </a:bodyPr>
          <a:lstStyle>
            <a:lvl1pPr algn="ctr">
              <a:defRPr/>
            </a:lvl1pPr>
          </a:lstStyle>
          <a:p>
            <a:endParaRPr lang="en-US"/>
          </a:p>
        </p:txBody>
      </p:sp>
      <p:sp>
        <p:nvSpPr>
          <p:cNvPr id="6" name="Subtitle 2">
            <a:extLst>
              <a:ext uri="{FF2B5EF4-FFF2-40B4-BE49-F238E27FC236}">
                <a16:creationId xmlns:a16="http://schemas.microsoft.com/office/drawing/2014/main" id="{8CC3F9D0-953E-45A7-BFD7-C86C68B23298}"/>
              </a:ext>
            </a:extLst>
          </p:cNvPr>
          <p:cNvSpPr>
            <a:spLocks noGrp="1"/>
          </p:cNvSpPr>
          <p:nvPr>
            <p:ph type="subTitle" idx="1"/>
          </p:nvPr>
        </p:nvSpPr>
        <p:spPr>
          <a:xfrm>
            <a:off x="2163726" y="2273661"/>
            <a:ext cx="7910623" cy="447630"/>
          </a:xfrm>
        </p:spPr>
        <p:txBody>
          <a:bodyPr>
            <a:normAutofit/>
          </a:bodyPr>
          <a:lstStyle>
            <a:lvl1pPr marL="0" indent="0" algn="ctr">
              <a:buNone/>
              <a:defRPr/>
            </a:lvl1pPr>
          </a:lstStyle>
          <a:p>
            <a:endParaRPr lang="en-US" sz="1600"/>
          </a:p>
        </p:txBody>
      </p:sp>
      <p:sp>
        <p:nvSpPr>
          <p:cNvPr id="7" name="Freeform: Shape 6">
            <a:extLst>
              <a:ext uri="{FF2B5EF4-FFF2-40B4-BE49-F238E27FC236}">
                <a16:creationId xmlns:a16="http://schemas.microsoft.com/office/drawing/2014/main" id="{D736BCE2-FC35-4992-A912-AF5A5C4ECE46}"/>
              </a:ext>
              <a:ext uri="{C183D7F6-B498-43B3-948B-1728B52AA6E4}">
                <adec:decorative xmlns:adec="http://schemas.microsoft.com/office/drawing/2017/decorative" val="1"/>
              </a:ext>
            </a:extLst>
          </p:cNvPr>
          <p:cNvSpPr/>
          <p:nvPr userDrawn="1"/>
        </p:nvSpPr>
        <p:spPr>
          <a:xfrm flipH="1">
            <a:off x="5507004"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a:p>
        </p:txBody>
      </p:sp>
      <p:sp>
        <p:nvSpPr>
          <p:cNvPr id="11" name="Picture Placeholder 10">
            <a:extLst>
              <a:ext uri="{FF2B5EF4-FFF2-40B4-BE49-F238E27FC236}">
                <a16:creationId xmlns:a16="http://schemas.microsoft.com/office/drawing/2014/main" id="{84AA409B-17E7-4D49-8F3B-D390302E2418}"/>
              </a:ext>
            </a:extLst>
          </p:cNvPr>
          <p:cNvSpPr>
            <a:spLocks noGrp="1"/>
          </p:cNvSpPr>
          <p:nvPr>
            <p:ph type="pic" sz="quarter" idx="13"/>
          </p:nvPr>
        </p:nvSpPr>
        <p:spPr>
          <a:xfrm>
            <a:off x="658368" y="3063240"/>
            <a:ext cx="5321808" cy="3154680"/>
          </a:xfrm>
          <a:solidFill>
            <a:schemeClr val="bg2">
              <a:lumMod val="50000"/>
              <a:lumOff val="50000"/>
            </a:schemeClr>
          </a:solidFill>
        </p:spPr>
        <p:txBody>
          <a:bodyPr/>
          <a:lstStyle/>
          <a:p>
            <a:endParaRPr lang="en-US"/>
          </a:p>
        </p:txBody>
      </p:sp>
      <p:sp>
        <p:nvSpPr>
          <p:cNvPr id="13" name="Picture Placeholder 10">
            <a:extLst>
              <a:ext uri="{FF2B5EF4-FFF2-40B4-BE49-F238E27FC236}">
                <a16:creationId xmlns:a16="http://schemas.microsoft.com/office/drawing/2014/main" id="{C4FB1A9C-83D8-426D-B62B-A5F7457A9695}"/>
              </a:ext>
            </a:extLst>
          </p:cNvPr>
          <p:cNvSpPr>
            <a:spLocks noGrp="1"/>
          </p:cNvSpPr>
          <p:nvPr>
            <p:ph type="pic" sz="quarter" idx="14"/>
          </p:nvPr>
        </p:nvSpPr>
        <p:spPr>
          <a:xfrm>
            <a:off x="6217920" y="3063240"/>
            <a:ext cx="5321808" cy="3154680"/>
          </a:xfrm>
          <a:solidFill>
            <a:schemeClr val="bg2">
              <a:lumMod val="50000"/>
              <a:lumOff val="50000"/>
            </a:schemeClr>
          </a:solidFill>
        </p:spPr>
        <p:txBody>
          <a:bodyPr/>
          <a:lstStyle/>
          <a:p>
            <a:endParaRPr lang="en-US"/>
          </a:p>
        </p:txBody>
      </p:sp>
      <p:sp>
        <p:nvSpPr>
          <p:cNvPr id="10" name="Date Placeholder 3">
            <a:extLst>
              <a:ext uri="{FF2B5EF4-FFF2-40B4-BE49-F238E27FC236}">
                <a16:creationId xmlns:a16="http://schemas.microsoft.com/office/drawing/2014/main" id="{94DD44DD-0676-4A2C-9EC4-8E209307EB0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2" name="Footer Placeholder 4">
            <a:extLst>
              <a:ext uri="{FF2B5EF4-FFF2-40B4-BE49-F238E27FC236}">
                <a16:creationId xmlns:a16="http://schemas.microsoft.com/office/drawing/2014/main" id="{969BC53C-DA37-4270-B44D-B7A92152AAD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4" name="Slide Number Placeholder 5">
            <a:extLst>
              <a:ext uri="{FF2B5EF4-FFF2-40B4-BE49-F238E27FC236}">
                <a16:creationId xmlns:a16="http://schemas.microsoft.com/office/drawing/2014/main" id="{9AFE14D8-0C2B-4AA6-AE7E-75C2C63C245A}"/>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54679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846B-7B57-4F95-B17F-B9DEE3394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08814-722A-4F2C-8807-C09FEEC251E7}"/>
              </a:ext>
            </a:extLst>
          </p:cNvPr>
          <p:cNvSpPr>
            <a:spLocks noGrp="1"/>
          </p:cNvSpPr>
          <p:nvPr>
            <p:ph idx="1"/>
          </p:nvPr>
        </p:nvSpPr>
        <p:spPr>
          <a:xfrm>
            <a:off x="838200" y="1479255"/>
            <a:ext cx="10515600" cy="4190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4D67EBB-2EBC-4D85-9751-BE5E66FE0782}"/>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3">
            <a:extLst>
              <a:ext uri="{FF2B5EF4-FFF2-40B4-BE49-F238E27FC236}">
                <a16:creationId xmlns:a16="http://schemas.microsoft.com/office/drawing/2014/main" id="{F9828424-127F-4F45-AF20-1DAA152557D3}"/>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0" name="Footer Placeholder 4">
            <a:extLst>
              <a:ext uri="{FF2B5EF4-FFF2-40B4-BE49-F238E27FC236}">
                <a16:creationId xmlns:a16="http://schemas.microsoft.com/office/drawing/2014/main" id="{F5D83CCE-F7E1-4106-84E1-6C261DDBB19F}"/>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1" name="Slide Number Placeholder 5">
            <a:extLst>
              <a:ext uri="{FF2B5EF4-FFF2-40B4-BE49-F238E27FC236}">
                <a16:creationId xmlns:a16="http://schemas.microsoft.com/office/drawing/2014/main" id="{28126735-73E8-4B98-81A3-AAE94B69F65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432294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1A14-BCE3-4322-A314-ABFB09FBB4B2}"/>
              </a:ext>
            </a:extLst>
          </p:cNvPr>
          <p:cNvSpPr>
            <a:spLocks noGrp="1"/>
          </p:cNvSpPr>
          <p:nvPr>
            <p:ph type="title"/>
          </p:nvPr>
        </p:nvSpPr>
        <p:spPr>
          <a:xfrm>
            <a:off x="838200" y="716213"/>
            <a:ext cx="10515600" cy="2212258"/>
          </a:xfrm>
        </p:spPr>
        <p:txBody>
          <a:bodyPr anchor="t"/>
          <a:lstStyle/>
          <a:p>
            <a:r>
              <a:rPr lang="en-US"/>
              <a:t>Click to edit Master title style</a:t>
            </a:r>
          </a:p>
        </p:txBody>
      </p:sp>
      <p:sp>
        <p:nvSpPr>
          <p:cNvPr id="6" name="Date Placeholder 3">
            <a:extLst>
              <a:ext uri="{FF2B5EF4-FFF2-40B4-BE49-F238E27FC236}">
                <a16:creationId xmlns:a16="http://schemas.microsoft.com/office/drawing/2014/main" id="{3DAC2D8E-199B-430A-BB5F-3EB5B76D6F79}"/>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7" name="Footer Placeholder 4">
            <a:extLst>
              <a:ext uri="{FF2B5EF4-FFF2-40B4-BE49-F238E27FC236}">
                <a16:creationId xmlns:a16="http://schemas.microsoft.com/office/drawing/2014/main" id="{DCAAF529-3AC9-470F-8794-0C49670804A4}"/>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8" name="Slide Number Placeholder 5">
            <a:extLst>
              <a:ext uri="{FF2B5EF4-FFF2-40B4-BE49-F238E27FC236}">
                <a16:creationId xmlns:a16="http://schemas.microsoft.com/office/drawing/2014/main" id="{B3327F51-D49D-4DCE-9CDC-3B94731A49A3}"/>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391290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1EEBE1-2D73-4E5F-A8DD-593B79D184F6}"/>
              </a:ext>
            </a:extLst>
          </p:cNvPr>
          <p:cNvSpPr>
            <a:spLocks noGrp="1"/>
          </p:cNvSpPr>
          <p:nvPr>
            <p:ph type="body" idx="1"/>
          </p:nvPr>
        </p:nvSpPr>
        <p:spPr>
          <a:xfrm>
            <a:off x="836612" y="1806039"/>
            <a:ext cx="5157787" cy="584548"/>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5328A-A6CB-4A40-806F-E68606FC7CFB}"/>
              </a:ext>
            </a:extLst>
          </p:cNvPr>
          <p:cNvSpPr>
            <a:spLocks noGrp="1"/>
          </p:cNvSpPr>
          <p:nvPr>
            <p:ph sz="half" idx="2"/>
          </p:nvPr>
        </p:nvSpPr>
        <p:spPr>
          <a:xfrm>
            <a:off x="839788" y="2390588"/>
            <a:ext cx="5157787" cy="3751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730D26-BCC4-4CE4-9273-69B4E36D39FC}"/>
              </a:ext>
            </a:extLst>
          </p:cNvPr>
          <p:cNvSpPr>
            <a:spLocks noGrp="1"/>
          </p:cNvSpPr>
          <p:nvPr>
            <p:ph type="body" sz="quarter" idx="3"/>
          </p:nvPr>
        </p:nvSpPr>
        <p:spPr>
          <a:xfrm>
            <a:off x="6169024" y="1806038"/>
            <a:ext cx="5183188"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32694-AE69-4399-B6B4-3F0CBD297CD8}"/>
              </a:ext>
            </a:extLst>
          </p:cNvPr>
          <p:cNvSpPr>
            <a:spLocks noGrp="1"/>
          </p:cNvSpPr>
          <p:nvPr>
            <p:ph sz="quarter" idx="4"/>
          </p:nvPr>
        </p:nvSpPr>
        <p:spPr>
          <a:xfrm>
            <a:off x="6169024" y="2390588"/>
            <a:ext cx="5183188" cy="37512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C1B2486D-C49D-471B-8F3B-AF6048949D8A}"/>
              </a:ext>
            </a:extLst>
          </p:cNvPr>
          <p:cNvSpPr>
            <a:spLocks noGrp="1"/>
          </p:cNvSpPr>
          <p:nvPr>
            <p:ph type="dt" sz="half" idx="10"/>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3" name="Footer Placeholder 4">
            <a:extLst>
              <a:ext uri="{FF2B5EF4-FFF2-40B4-BE49-F238E27FC236}">
                <a16:creationId xmlns:a16="http://schemas.microsoft.com/office/drawing/2014/main" id="{CF226F4B-CA41-4C71-97F3-1B7E442A2365}"/>
              </a:ext>
            </a:extLst>
          </p:cNvPr>
          <p:cNvSpPr>
            <a:spLocks noGrp="1"/>
          </p:cNvSpPr>
          <p:nvPr>
            <p:ph type="ftr" sz="quarter" idx="11"/>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4" name="Slide Number Placeholder 5">
            <a:extLst>
              <a:ext uri="{FF2B5EF4-FFF2-40B4-BE49-F238E27FC236}">
                <a16:creationId xmlns:a16="http://schemas.microsoft.com/office/drawing/2014/main" id="{0316A3FD-0E7B-4247-AA4F-93E7E99EFBFA}"/>
              </a:ext>
            </a:extLst>
          </p:cNvPr>
          <p:cNvSpPr>
            <a:spLocks noGrp="1"/>
          </p:cNvSpPr>
          <p:nvPr>
            <p:ph type="sldNum" sz="quarter" idx="12"/>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10274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6A6C1-54BB-40E1-859F-0C6DA1525727}"/>
              </a:ext>
            </a:extLst>
          </p:cNvPr>
          <p:cNvSpPr>
            <a:spLocks noGrp="1"/>
          </p:cNvSpPr>
          <p:nvPr>
            <p:ph type="title"/>
          </p:nvPr>
        </p:nvSpPr>
        <p:spPr>
          <a:xfrm>
            <a:off x="839788" y="665629"/>
            <a:ext cx="10515600" cy="818995"/>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1EEBE1-2D73-4E5F-A8DD-593B79D184F6}"/>
              </a:ext>
            </a:extLst>
          </p:cNvPr>
          <p:cNvSpPr>
            <a:spLocks noGrp="1"/>
          </p:cNvSpPr>
          <p:nvPr>
            <p:ph type="body" idx="1"/>
          </p:nvPr>
        </p:nvSpPr>
        <p:spPr>
          <a:xfrm>
            <a:off x="836612" y="1806039"/>
            <a:ext cx="3200400" cy="584548"/>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45328A-A6CB-4A40-806F-E68606FC7CFB}"/>
              </a:ext>
            </a:extLst>
          </p:cNvPr>
          <p:cNvSpPr>
            <a:spLocks noGrp="1"/>
          </p:cNvSpPr>
          <p:nvPr>
            <p:ph sz="half" idx="2"/>
          </p:nvPr>
        </p:nvSpPr>
        <p:spPr>
          <a:xfrm>
            <a:off x="839788" y="2390588"/>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730D26-BCC4-4CE4-9273-69B4E36D39FC}"/>
              </a:ext>
            </a:extLst>
          </p:cNvPr>
          <p:cNvSpPr>
            <a:spLocks noGrp="1"/>
          </p:cNvSpPr>
          <p:nvPr>
            <p:ph type="body" sz="quarter" idx="3"/>
          </p:nvPr>
        </p:nvSpPr>
        <p:spPr>
          <a:xfrm>
            <a:off x="4495800" y="1800575"/>
            <a:ext cx="3200400"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32694-AE69-4399-B6B4-3F0CBD297CD8}"/>
              </a:ext>
            </a:extLst>
          </p:cNvPr>
          <p:cNvSpPr>
            <a:spLocks noGrp="1"/>
          </p:cNvSpPr>
          <p:nvPr>
            <p:ph sz="quarter" idx="4"/>
          </p:nvPr>
        </p:nvSpPr>
        <p:spPr>
          <a:xfrm>
            <a:off x="4495800" y="2385125"/>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1E4C2C4B-8E48-4589-91AA-FDF1F137A26C}"/>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66A9EA3-4B2B-44BD-8135-846BF602669B}"/>
              </a:ext>
            </a:extLst>
          </p:cNvPr>
          <p:cNvSpPr>
            <a:spLocks noGrp="1"/>
          </p:cNvSpPr>
          <p:nvPr>
            <p:ph type="body" sz="quarter" idx="13"/>
          </p:nvPr>
        </p:nvSpPr>
        <p:spPr>
          <a:xfrm>
            <a:off x="8151814" y="1802952"/>
            <a:ext cx="3200400" cy="584549"/>
          </a:xfrm>
        </p:spPr>
        <p:txBody>
          <a:bodyPr anchor="b">
            <a:noAutofit/>
          </a:bodyPr>
          <a:lstStyle>
            <a:lvl1pPr marL="0" indent="0">
              <a:buNone/>
              <a:defRPr sz="1800" b="1" cap="all" spc="6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5">
            <a:extLst>
              <a:ext uri="{FF2B5EF4-FFF2-40B4-BE49-F238E27FC236}">
                <a16:creationId xmlns:a16="http://schemas.microsoft.com/office/drawing/2014/main" id="{01C28FB9-37EE-45F6-9277-9FEC0E6CEB23}"/>
              </a:ext>
            </a:extLst>
          </p:cNvPr>
          <p:cNvSpPr>
            <a:spLocks noGrp="1"/>
          </p:cNvSpPr>
          <p:nvPr>
            <p:ph sz="quarter" idx="14"/>
          </p:nvPr>
        </p:nvSpPr>
        <p:spPr>
          <a:xfrm>
            <a:off x="8151814" y="2387502"/>
            <a:ext cx="3200400" cy="3751268"/>
          </a:xfrm>
        </p:spPr>
        <p:txBody>
          <a:bodyPr>
            <a:normAutofit/>
          </a:bodyPr>
          <a:lstStyle>
            <a:lvl1pPr>
              <a:defRPr sz="2000"/>
            </a:lvl1pPr>
            <a:lvl2pPr>
              <a:defRPr sz="16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5965917B-0400-40F0-91DA-4F97FE7238EB}"/>
              </a:ext>
            </a:extLst>
          </p:cNvPr>
          <p:cNvSpPr>
            <a:spLocks noGrp="1"/>
          </p:cNvSpPr>
          <p:nvPr>
            <p:ph type="dt" sz="half" idx="15"/>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16" name="Footer Placeholder 4">
            <a:extLst>
              <a:ext uri="{FF2B5EF4-FFF2-40B4-BE49-F238E27FC236}">
                <a16:creationId xmlns:a16="http://schemas.microsoft.com/office/drawing/2014/main" id="{564A176B-530D-46DF-8C22-CB3E325D3F2B}"/>
              </a:ext>
            </a:extLst>
          </p:cNvPr>
          <p:cNvSpPr>
            <a:spLocks noGrp="1"/>
          </p:cNvSpPr>
          <p:nvPr>
            <p:ph type="ftr" sz="quarter" idx="16"/>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17" name="Slide Number Placeholder 5">
            <a:extLst>
              <a:ext uri="{FF2B5EF4-FFF2-40B4-BE49-F238E27FC236}">
                <a16:creationId xmlns:a16="http://schemas.microsoft.com/office/drawing/2014/main" id="{464458CC-87E8-440C-A9E9-D8E1E0B49373}"/>
              </a:ext>
            </a:extLst>
          </p:cNvPr>
          <p:cNvSpPr>
            <a:spLocks noGrp="1"/>
          </p:cNvSpPr>
          <p:nvPr>
            <p:ph type="sldNum" sz="quarter" idx="17"/>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973501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6D479CE-2DE1-4800-948F-385C3CF20803}"/>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7">
            <a:extLst>
              <a:ext uri="{FF2B5EF4-FFF2-40B4-BE49-F238E27FC236}">
                <a16:creationId xmlns:a16="http://schemas.microsoft.com/office/drawing/2014/main" id="{F2DE27B3-A066-47FC-9ACB-6CB080C41199}"/>
              </a:ext>
            </a:extLst>
          </p:cNvPr>
          <p:cNvSpPr>
            <a:spLocks noGrp="1"/>
          </p:cNvSpPr>
          <p:nvPr>
            <p:ph type="title"/>
          </p:nvPr>
        </p:nvSpPr>
        <p:spPr>
          <a:xfrm>
            <a:off x="647701" y="1375939"/>
            <a:ext cx="5448300" cy="1240966"/>
          </a:xfrm>
        </p:spPr>
        <p:txBody>
          <a:bodyPr anchor="ctr">
            <a:normAutofit/>
          </a:bodyPr>
          <a:lstStyle>
            <a:lvl1pPr algn="l">
              <a:defRPr/>
            </a:lvl1pPr>
          </a:lstStyle>
          <a:p>
            <a:pPr algn="ctr"/>
            <a:endParaRPr lang="en-US"/>
          </a:p>
        </p:txBody>
      </p:sp>
      <p:sp>
        <p:nvSpPr>
          <p:cNvPr id="8" name="Content Placeholder 8">
            <a:extLst>
              <a:ext uri="{FF2B5EF4-FFF2-40B4-BE49-F238E27FC236}">
                <a16:creationId xmlns:a16="http://schemas.microsoft.com/office/drawing/2014/main" id="{0B2E2283-471F-4157-98F4-1943DA10BBDB}"/>
              </a:ext>
            </a:extLst>
          </p:cNvPr>
          <p:cNvSpPr>
            <a:spLocks noGrp="1"/>
          </p:cNvSpPr>
          <p:nvPr>
            <p:ph idx="1"/>
          </p:nvPr>
        </p:nvSpPr>
        <p:spPr>
          <a:xfrm>
            <a:off x="635001" y="2688119"/>
            <a:ext cx="5115674" cy="3507457"/>
          </a:xfrm>
        </p:spPr>
        <p:txBody>
          <a:bodyPr>
            <a:normAutofit/>
          </a:bodyPr>
          <a:lstStyle>
            <a:lvl1pPr marL="0" indent="0">
              <a:buNone/>
              <a:defRPr/>
            </a:lvl1pPr>
          </a:lstStyle>
          <a:p>
            <a:endParaRPr lang="en-US"/>
          </a:p>
        </p:txBody>
      </p:sp>
      <p:sp>
        <p:nvSpPr>
          <p:cNvPr id="12" name="Picture Placeholder 11">
            <a:extLst>
              <a:ext uri="{FF2B5EF4-FFF2-40B4-BE49-F238E27FC236}">
                <a16:creationId xmlns:a16="http://schemas.microsoft.com/office/drawing/2014/main" id="{0F58127D-BBD9-4655-BEA6-9102178578CA}"/>
              </a:ext>
            </a:extLst>
          </p:cNvPr>
          <p:cNvSpPr>
            <a:spLocks noGrp="1"/>
          </p:cNvSpPr>
          <p:nvPr>
            <p:ph type="pic" sz="quarter" idx="13"/>
          </p:nvPr>
        </p:nvSpPr>
        <p:spPr>
          <a:xfrm>
            <a:off x="6748272" y="658368"/>
            <a:ext cx="4809744" cy="2606040"/>
          </a:xfrm>
          <a:solidFill>
            <a:schemeClr val="bg2">
              <a:lumMod val="50000"/>
              <a:lumOff val="50000"/>
            </a:schemeClr>
          </a:solidFill>
        </p:spPr>
        <p:txBody>
          <a:bodyPr/>
          <a:lstStyle/>
          <a:p>
            <a:endParaRPr lang="en-US"/>
          </a:p>
        </p:txBody>
      </p:sp>
      <p:sp>
        <p:nvSpPr>
          <p:cNvPr id="13" name="Picture Placeholder 11">
            <a:extLst>
              <a:ext uri="{FF2B5EF4-FFF2-40B4-BE49-F238E27FC236}">
                <a16:creationId xmlns:a16="http://schemas.microsoft.com/office/drawing/2014/main" id="{C4E959CE-E323-4F7E-9D53-6DE5DD86507E}"/>
              </a:ext>
            </a:extLst>
          </p:cNvPr>
          <p:cNvSpPr>
            <a:spLocks noGrp="1"/>
          </p:cNvSpPr>
          <p:nvPr>
            <p:ph type="pic" sz="quarter" idx="14"/>
          </p:nvPr>
        </p:nvSpPr>
        <p:spPr>
          <a:xfrm>
            <a:off x="6748272" y="3584448"/>
            <a:ext cx="4809744" cy="2606040"/>
          </a:xfrm>
          <a:solidFill>
            <a:schemeClr val="bg2">
              <a:lumMod val="50000"/>
              <a:lumOff val="50000"/>
            </a:schemeClr>
          </a:solidFill>
        </p:spPr>
        <p:txBody>
          <a:bodyPr/>
          <a:lstStyle/>
          <a:p>
            <a:endParaRPr lang="en-US"/>
          </a:p>
        </p:txBody>
      </p:sp>
      <p:sp>
        <p:nvSpPr>
          <p:cNvPr id="15" name="Freeform: Shape 14">
            <a:extLst>
              <a:ext uri="{FF2B5EF4-FFF2-40B4-BE49-F238E27FC236}">
                <a16:creationId xmlns:a16="http://schemas.microsoft.com/office/drawing/2014/main" id="{65F4C50B-50BD-44F1-9148-992E83F5B874}"/>
              </a:ext>
              <a:ext uri="{C183D7F6-B498-43B3-948B-1728B52AA6E4}">
                <adec:decorative xmlns:adec="http://schemas.microsoft.com/office/drawing/2017/decorative" val="1"/>
              </a:ext>
            </a:extLst>
          </p:cNvPr>
          <p:cNvSpPr/>
          <p:nvPr userDrawn="1"/>
        </p:nvSpPr>
        <p:spPr>
          <a:xfrm flipH="1">
            <a:off x="825809" y="63219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a:p>
        </p:txBody>
      </p:sp>
      <p:sp>
        <p:nvSpPr>
          <p:cNvPr id="20" name="Date Placeholder 3">
            <a:extLst>
              <a:ext uri="{FF2B5EF4-FFF2-40B4-BE49-F238E27FC236}">
                <a16:creationId xmlns:a16="http://schemas.microsoft.com/office/drawing/2014/main" id="{9764E3EF-900F-4400-84C4-63FBEBB8794A}"/>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21" name="Footer Placeholder 4">
            <a:extLst>
              <a:ext uri="{FF2B5EF4-FFF2-40B4-BE49-F238E27FC236}">
                <a16:creationId xmlns:a16="http://schemas.microsoft.com/office/drawing/2014/main" id="{3E1CB21E-42E2-4942-BCAD-66952AABB826}"/>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22" name="Slide Number Placeholder 5">
            <a:extLst>
              <a:ext uri="{FF2B5EF4-FFF2-40B4-BE49-F238E27FC236}">
                <a16:creationId xmlns:a16="http://schemas.microsoft.com/office/drawing/2014/main" id="{ABDF6841-1F86-481B-A857-4E5AC2672605}"/>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3894128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FD219BD-0F2E-4CDF-AEB4-C1D73E0F1DCA}"/>
              </a:ext>
              <a:ext uri="{C183D7F6-B498-43B3-948B-1728B52AA6E4}">
                <adec:decorative xmlns:adec="http://schemas.microsoft.com/office/drawing/2017/decorative" val="1"/>
              </a:ext>
            </a:extLst>
          </p:cNvPr>
          <p:cNvSpPr/>
          <p:nvPr userDrawn="1"/>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5">
            <a:extLst>
              <a:ext uri="{FF2B5EF4-FFF2-40B4-BE49-F238E27FC236}">
                <a16:creationId xmlns:a16="http://schemas.microsoft.com/office/drawing/2014/main" id="{1A909C9B-71E1-4575-BD94-8C51142F0AB6}"/>
              </a:ext>
            </a:extLst>
          </p:cNvPr>
          <p:cNvSpPr>
            <a:spLocks noGrp="1"/>
          </p:cNvSpPr>
          <p:nvPr>
            <p:ph type="title"/>
          </p:nvPr>
        </p:nvSpPr>
        <p:spPr>
          <a:xfrm>
            <a:off x="485775" y="647700"/>
            <a:ext cx="3680395" cy="1403343"/>
          </a:xfrm>
        </p:spPr>
        <p:txBody>
          <a:bodyPr anchor="ctr">
            <a:normAutofit/>
          </a:bodyPr>
          <a:lstStyle>
            <a:lvl1pPr algn="ctr">
              <a:defRPr/>
            </a:lvl1pPr>
          </a:lstStyle>
          <a:p>
            <a:pPr algn="ctr"/>
            <a:endParaRPr lang="en-US"/>
          </a:p>
        </p:txBody>
      </p:sp>
      <p:sp>
        <p:nvSpPr>
          <p:cNvPr id="8" name="Content Placeholder 16">
            <a:extLst>
              <a:ext uri="{FF2B5EF4-FFF2-40B4-BE49-F238E27FC236}">
                <a16:creationId xmlns:a16="http://schemas.microsoft.com/office/drawing/2014/main" id="{3B6580BC-B32B-4393-8B19-2B3F6B90F37D}"/>
              </a:ext>
            </a:extLst>
          </p:cNvPr>
          <p:cNvSpPr>
            <a:spLocks noGrp="1"/>
          </p:cNvSpPr>
          <p:nvPr>
            <p:ph idx="1"/>
          </p:nvPr>
        </p:nvSpPr>
        <p:spPr>
          <a:xfrm>
            <a:off x="647701" y="2683104"/>
            <a:ext cx="3364358" cy="3673245"/>
          </a:xfrm>
        </p:spPr>
        <p:txBody>
          <a:bodyPr>
            <a:normAutofit/>
          </a:bodyPr>
          <a:lstStyle>
            <a:lvl1pPr marL="0" indent="0" algn="ctr">
              <a:buNone/>
              <a:defRPr/>
            </a:lvl1pPr>
          </a:lstStyle>
          <a:p>
            <a:endParaRPr lang="en-US"/>
          </a:p>
        </p:txBody>
      </p:sp>
      <p:sp>
        <p:nvSpPr>
          <p:cNvPr id="2" name="Date Placeholder 1">
            <a:extLst>
              <a:ext uri="{FF2B5EF4-FFF2-40B4-BE49-F238E27FC236}">
                <a16:creationId xmlns:a16="http://schemas.microsoft.com/office/drawing/2014/main" id="{5E316BEC-AB1A-4058-9324-07F332198D4C}"/>
              </a:ext>
            </a:extLst>
          </p:cNvPr>
          <p:cNvSpPr>
            <a:spLocks noGrp="1"/>
          </p:cNvSpPr>
          <p:nvPr>
            <p:ph type="dt" sz="half" idx="10"/>
          </p:nvPr>
        </p:nvSpPr>
        <p:spPr/>
        <p:txBody>
          <a:bodyPr/>
          <a:lstStyle/>
          <a:p>
            <a:r>
              <a:rPr lang="en-US"/>
              <a:t>20XX</a:t>
            </a:r>
          </a:p>
        </p:txBody>
      </p:sp>
      <p:sp>
        <p:nvSpPr>
          <p:cNvPr id="11" name="Picture Placeholder 10">
            <a:extLst>
              <a:ext uri="{FF2B5EF4-FFF2-40B4-BE49-F238E27FC236}">
                <a16:creationId xmlns:a16="http://schemas.microsoft.com/office/drawing/2014/main" id="{CB07FB4E-AACE-4322-82D4-4DA4A8161644}"/>
              </a:ext>
            </a:extLst>
          </p:cNvPr>
          <p:cNvSpPr>
            <a:spLocks noGrp="1"/>
          </p:cNvSpPr>
          <p:nvPr>
            <p:ph type="pic" sz="quarter" idx="13"/>
          </p:nvPr>
        </p:nvSpPr>
        <p:spPr>
          <a:xfrm>
            <a:off x="4575048" y="0"/>
            <a:ext cx="7616952" cy="6858000"/>
          </a:xfrm>
          <a:solidFill>
            <a:schemeClr val="bg2">
              <a:lumMod val="50000"/>
              <a:lumOff val="50000"/>
            </a:schemeClr>
          </a:solidFill>
        </p:spPr>
        <p:txBody>
          <a:bodyPr/>
          <a:lstStyle/>
          <a:p>
            <a:endParaRPr lang="en-US"/>
          </a:p>
        </p:txBody>
      </p:sp>
      <p:sp>
        <p:nvSpPr>
          <p:cNvPr id="3" name="Footer Placeholder 2">
            <a:extLst>
              <a:ext uri="{FF2B5EF4-FFF2-40B4-BE49-F238E27FC236}">
                <a16:creationId xmlns:a16="http://schemas.microsoft.com/office/drawing/2014/main" id="{640DE4BD-38C7-497D-AE63-0EC22E333932}"/>
              </a:ext>
            </a:extLst>
          </p:cNvPr>
          <p:cNvSpPr>
            <a:spLocks noGrp="1"/>
          </p:cNvSpPr>
          <p:nvPr>
            <p:ph type="ftr" sz="quarter" idx="11"/>
          </p:nvPr>
        </p:nvSpPr>
        <p:spPr/>
        <p:txBody>
          <a:bodyPr/>
          <a:lstStyle/>
          <a:p>
            <a:r>
              <a:rPr lang="en-US"/>
              <a:t>Sample Text</a:t>
            </a:r>
          </a:p>
        </p:txBody>
      </p:sp>
      <p:sp>
        <p:nvSpPr>
          <p:cNvPr id="4" name="Slide Number Placeholder 3">
            <a:extLst>
              <a:ext uri="{FF2B5EF4-FFF2-40B4-BE49-F238E27FC236}">
                <a16:creationId xmlns:a16="http://schemas.microsoft.com/office/drawing/2014/main" id="{3EDD80C8-9EBF-4D2D-A9FA-CC9421EAAB93}"/>
              </a:ext>
            </a:extLst>
          </p:cNvPr>
          <p:cNvSpPr>
            <a:spLocks noGrp="1"/>
          </p:cNvSpPr>
          <p:nvPr>
            <p:ph type="sldNum" sz="quarter" idx="12"/>
          </p:nvPr>
        </p:nvSpPr>
        <p:spPr/>
        <p:txBody>
          <a:bodyPr/>
          <a:lstStyle/>
          <a:p>
            <a:fld id="{AE208ADF-3ADD-483D-A721-14E3EEE2C135}" type="slidenum">
              <a:rPr lang="en-US" smtClean="0"/>
              <a:t>‹#›</a:t>
            </a:fld>
            <a:endParaRPr lang="en-US"/>
          </a:p>
        </p:txBody>
      </p:sp>
      <p:cxnSp>
        <p:nvCxnSpPr>
          <p:cNvPr id="7" name="Straight Connector 6">
            <a:extLst>
              <a:ext uri="{FF2B5EF4-FFF2-40B4-BE49-F238E27FC236}">
                <a16:creationId xmlns:a16="http://schemas.microsoft.com/office/drawing/2014/main" id="{F4CA4665-3BE9-407E-884C-8EA287083C20}"/>
              </a:ext>
              <a:ext uri="{C183D7F6-B498-43B3-948B-1728B52AA6E4}">
                <adec:decorative xmlns:adec="http://schemas.microsoft.com/office/drawing/2017/decorative" val="1"/>
              </a:ext>
            </a:extLst>
          </p:cNvPr>
          <p:cNvCxnSpPr>
            <a:cxnSpLocks/>
          </p:cNvCxnSpPr>
          <p:nvPr userDrawn="1"/>
        </p:nvCxnSpPr>
        <p:spPr>
          <a:xfrm>
            <a:off x="1152099" y="2302005"/>
            <a:ext cx="2253018" cy="0"/>
          </a:xfrm>
          <a:prstGeom prst="line">
            <a:avLst/>
          </a:prstGeom>
          <a:ln w="19050">
            <a:solidFill>
              <a:schemeClr val="accent1">
                <a:lumMod val="75000"/>
                <a:alpha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069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1C62-6E66-44D5-83D2-BADCC7373CD2}"/>
              </a:ext>
            </a:extLst>
          </p:cNvPr>
          <p:cNvSpPr>
            <a:spLocks noGrp="1"/>
          </p:cNvSpPr>
          <p:nvPr>
            <p:ph type="ctrTitle"/>
          </p:nvPr>
        </p:nvSpPr>
        <p:spPr>
          <a:xfrm>
            <a:off x="1838113" y="2851343"/>
            <a:ext cx="8490581" cy="1746195"/>
          </a:xfrm>
        </p:spPr>
        <p:txBody>
          <a:bodyPr anchor="b">
            <a:normAutofit/>
          </a:bodyPr>
          <a:lstStyle>
            <a:lvl1pPr algn="ctr">
              <a:lnSpc>
                <a:spcPct val="90000"/>
              </a:lnSpc>
              <a:defRPr sz="4400"/>
            </a:lvl1pPr>
          </a:lstStyle>
          <a:p>
            <a:r>
              <a:rPr lang="en-US"/>
              <a:t>Click to edit Master title style</a:t>
            </a:r>
          </a:p>
        </p:txBody>
      </p:sp>
      <p:sp>
        <p:nvSpPr>
          <p:cNvPr id="3" name="Subtitle 2">
            <a:extLst>
              <a:ext uri="{FF2B5EF4-FFF2-40B4-BE49-F238E27FC236}">
                <a16:creationId xmlns:a16="http://schemas.microsoft.com/office/drawing/2014/main" id="{560A7876-9D0C-4685-8088-6FED23C9B8F7}"/>
              </a:ext>
            </a:extLst>
          </p:cNvPr>
          <p:cNvSpPr>
            <a:spLocks noGrp="1"/>
          </p:cNvSpPr>
          <p:nvPr>
            <p:ph type="subTitle" idx="1"/>
          </p:nvPr>
        </p:nvSpPr>
        <p:spPr>
          <a:xfrm>
            <a:off x="2767350" y="4846921"/>
            <a:ext cx="6632107" cy="951488"/>
          </a:xfrm>
        </p:spPr>
        <p:txBody>
          <a:bodyPr>
            <a:normAutofit/>
          </a:bodyPr>
          <a:lstStyle>
            <a:lvl1pPr marL="0" indent="0" algn="ctr">
              <a:lnSpc>
                <a:spcPct val="150000"/>
              </a:lnSpc>
              <a:buNone/>
              <a:defRPr sz="1600" cap="all" spc="600" baseline="0">
                <a:solidFill>
                  <a:schemeClr val="tx2">
                    <a:alpha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reeform: Shape 12">
            <a:extLst>
              <a:ext uri="{FF2B5EF4-FFF2-40B4-BE49-F238E27FC236}">
                <a16:creationId xmlns:a16="http://schemas.microsoft.com/office/drawing/2014/main" id="{1E679A24-160E-440A-9984-8923BC4B8DD8}"/>
              </a:ext>
            </a:extLst>
          </p:cNvPr>
          <p:cNvSpPr/>
          <p:nvPr/>
        </p:nvSpPr>
        <p:spPr>
          <a:xfrm rot="20618895" flipH="1">
            <a:off x="5561167" y="1911565"/>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1">
              <a:lumMod val="75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4265066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26100-27A9-4A24-9347-29B6A9BA46D8}"/>
              </a:ext>
            </a:extLst>
          </p:cNvPr>
          <p:cNvSpPr>
            <a:spLocks noGrp="1"/>
          </p:cNvSpPr>
          <p:nvPr>
            <p:ph type="title"/>
          </p:nvPr>
        </p:nvSpPr>
        <p:spPr>
          <a:xfrm>
            <a:off x="831850" y="1709738"/>
            <a:ext cx="10515600" cy="3117186"/>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59A350C3-3185-4A0E-9E1F-504D7E6E0D11}"/>
              </a:ext>
            </a:extLst>
          </p:cNvPr>
          <p:cNvSpPr>
            <a:spLocks noGrp="1"/>
          </p:cNvSpPr>
          <p:nvPr>
            <p:ph type="body" idx="1"/>
          </p:nvPr>
        </p:nvSpPr>
        <p:spPr>
          <a:xfrm>
            <a:off x="831850" y="4826924"/>
            <a:ext cx="10515600" cy="1262726"/>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47571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902F6-08C1-4F71-90D1-FCA6563ECE29}"/>
              </a:ext>
            </a:extLst>
          </p:cNvPr>
          <p:cNvSpPr>
            <a:spLocks noGrp="1"/>
          </p:cNvSpPr>
          <p:nvPr>
            <p:ph sz="half" idx="1"/>
          </p:nvPr>
        </p:nvSpPr>
        <p:spPr>
          <a:xfrm>
            <a:off x="838200" y="1811756"/>
            <a:ext cx="5181600" cy="43652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FB0FE5-5497-4854-B57F-7955ADCBCDA4}"/>
              </a:ext>
            </a:extLst>
          </p:cNvPr>
          <p:cNvSpPr>
            <a:spLocks noGrp="1"/>
          </p:cNvSpPr>
          <p:nvPr>
            <p:ph sz="half" idx="2"/>
          </p:nvPr>
        </p:nvSpPr>
        <p:spPr>
          <a:xfrm>
            <a:off x="6172200" y="1811756"/>
            <a:ext cx="5181600" cy="43652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3BB698B4-B17B-4FAB-894D-5400BDEC9891}"/>
              </a:ext>
            </a:extLst>
          </p:cNvPr>
          <p:cNvSpPr>
            <a:spLocks noGrp="1"/>
          </p:cNvSpPr>
          <p:nvPr>
            <p:ph type="title"/>
          </p:nvPr>
        </p:nvSpPr>
        <p:spPr/>
        <p:txBody>
          <a:bodyPr/>
          <a:lstStyle/>
          <a:p>
            <a:r>
              <a:rPr lang="en-US"/>
              <a:t>Click to edit Master title style</a:t>
            </a:r>
          </a:p>
        </p:txBody>
      </p:sp>
      <p:cxnSp>
        <p:nvCxnSpPr>
          <p:cNvPr id="17" name="Straight Connector 16">
            <a:extLst>
              <a:ext uri="{FF2B5EF4-FFF2-40B4-BE49-F238E27FC236}">
                <a16:creationId xmlns:a16="http://schemas.microsoft.com/office/drawing/2014/main" id="{FBF5B355-1608-4ECA-8C03-3ABD722BC611}"/>
              </a:ext>
            </a:extLst>
          </p:cNvPr>
          <p:cNvCxnSpPr>
            <a:cxnSpLocks/>
          </p:cNvCxnSpPr>
          <p:nvPr/>
        </p:nvCxnSpPr>
        <p:spPr>
          <a:xfrm>
            <a:off x="838200" y="1655523"/>
            <a:ext cx="10515600" cy="0"/>
          </a:xfrm>
          <a:prstGeom prst="line">
            <a:avLst/>
          </a:prstGeom>
          <a:ln w="1905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6868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88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37465-F6D9-414A-9829-B2793D3A51BE}"/>
              </a:ext>
            </a:extLst>
          </p:cNvPr>
          <p:cNvSpPr>
            <a:spLocks noGrp="1"/>
          </p:cNvSpPr>
          <p:nvPr>
            <p:ph type="title"/>
          </p:nvPr>
        </p:nvSpPr>
        <p:spPr>
          <a:xfrm>
            <a:off x="839788" y="647698"/>
            <a:ext cx="4061821" cy="1558558"/>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635B2F-EF96-4A99-8082-911D63A37A0A}"/>
              </a:ext>
            </a:extLst>
          </p:cNvPr>
          <p:cNvSpPr>
            <a:spLocks noGrp="1"/>
          </p:cNvSpPr>
          <p:nvPr>
            <p:ph idx="1"/>
          </p:nvPr>
        </p:nvSpPr>
        <p:spPr>
          <a:xfrm>
            <a:off x="5183188" y="647699"/>
            <a:ext cx="6172200" cy="52133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5EE3AB-F64B-4276-8303-CAE4B4F1D78C}"/>
              </a:ext>
            </a:extLst>
          </p:cNvPr>
          <p:cNvSpPr>
            <a:spLocks noGrp="1"/>
          </p:cNvSpPr>
          <p:nvPr>
            <p:ph type="body" sz="half" idx="2"/>
          </p:nvPr>
        </p:nvSpPr>
        <p:spPr>
          <a:xfrm>
            <a:off x="839788" y="2206256"/>
            <a:ext cx="4061821" cy="36627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1893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3B7E-262A-4834-9437-C20690BF2E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FC6C5-CFC6-43FC-9CD2-EB131734FA83}"/>
              </a:ext>
            </a:extLst>
          </p:cNvPr>
          <p:cNvSpPr>
            <a:spLocks noGrp="1"/>
          </p:cNvSpPr>
          <p:nvPr>
            <p:ph type="pic" idx="1"/>
          </p:nvPr>
        </p:nvSpPr>
        <p:spPr>
          <a:xfrm>
            <a:off x="5183188" y="867985"/>
            <a:ext cx="6172200" cy="499306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DCAD41B-4C7D-4884-B895-CFDA0A447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8136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FB555E-8FF5-457E-B328-53ABDB595951}"/>
              </a:ext>
            </a:extLst>
          </p:cNvPr>
          <p:cNvSpPr>
            <a:spLocks noGrp="1"/>
          </p:cNvSpPr>
          <p:nvPr>
            <p:ph type="title"/>
          </p:nvPr>
        </p:nvSpPr>
        <p:spPr>
          <a:xfrm>
            <a:off x="838200" y="662427"/>
            <a:ext cx="10515600" cy="8197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A64ED7-3275-4F98-88B1-4F0832514730}"/>
              </a:ext>
            </a:extLst>
          </p:cNvPr>
          <p:cNvSpPr>
            <a:spLocks noGrp="1"/>
          </p:cNvSpPr>
          <p:nvPr>
            <p:ph type="body" idx="1"/>
          </p:nvPr>
        </p:nvSpPr>
        <p:spPr>
          <a:xfrm>
            <a:off x="838200" y="1661459"/>
            <a:ext cx="10515600" cy="43406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0BCFA-771C-4297-8ACE-974191C70545}"/>
              </a:ext>
            </a:extLst>
          </p:cNvPr>
          <p:cNvSpPr>
            <a:spLocks noGrp="1"/>
          </p:cNvSpPr>
          <p:nvPr>
            <p:ph type="dt" sz="half" idx="2"/>
          </p:nvPr>
        </p:nvSpPr>
        <p:spPr>
          <a:xfrm>
            <a:off x="258792" y="6356350"/>
            <a:ext cx="3322608" cy="365125"/>
          </a:xfrm>
          <a:prstGeom prst="rect">
            <a:avLst/>
          </a:prstGeom>
        </p:spPr>
        <p:txBody>
          <a:bodyPr vert="horz" lIns="91440" tIns="45720" rIns="91440" bIns="45720" rtlCol="0" anchor="ctr"/>
          <a:lstStyle>
            <a:lvl1pPr algn="l">
              <a:defRPr sz="900" b="1" spc="100" baseline="0">
                <a:solidFill>
                  <a:schemeClr val="tx2">
                    <a:alpha val="75000"/>
                  </a:schemeClr>
                </a:solidFill>
              </a:defRPr>
            </a:lvl1pPr>
          </a:lstStyle>
          <a:p>
            <a:r>
              <a:rPr lang="en-US"/>
              <a:t>20XX</a:t>
            </a:r>
          </a:p>
        </p:txBody>
      </p:sp>
      <p:sp>
        <p:nvSpPr>
          <p:cNvPr id="5" name="Footer Placeholder 4">
            <a:extLst>
              <a:ext uri="{FF2B5EF4-FFF2-40B4-BE49-F238E27FC236}">
                <a16:creationId xmlns:a16="http://schemas.microsoft.com/office/drawing/2014/main" id="{87E317DE-CC16-4596-92A2-460BC081EA70}"/>
              </a:ext>
            </a:extLst>
          </p:cNvPr>
          <p:cNvSpPr>
            <a:spLocks noGrp="1"/>
          </p:cNvSpPr>
          <p:nvPr>
            <p:ph type="ftr" sz="quarter" idx="3"/>
          </p:nvPr>
        </p:nvSpPr>
        <p:spPr>
          <a:xfrm>
            <a:off x="3581399" y="6356350"/>
            <a:ext cx="5029203" cy="365125"/>
          </a:xfrm>
          <a:prstGeom prst="rect">
            <a:avLst/>
          </a:prstGeom>
        </p:spPr>
        <p:txBody>
          <a:bodyPr vert="horz" lIns="91440" tIns="45720" rIns="91440" bIns="45720" rtlCol="0" anchor="ctr"/>
          <a:lstStyle>
            <a:lvl1pPr algn="ctr">
              <a:defRPr sz="900" b="1" cap="all" spc="400" baseline="0">
                <a:solidFill>
                  <a:schemeClr val="tx2">
                    <a:alpha val="75000"/>
                  </a:schemeClr>
                </a:solidFill>
              </a:defRPr>
            </a:lvl1pPr>
          </a:lstStyle>
          <a:p>
            <a:r>
              <a:rPr lang="en-US"/>
              <a:t>Sample Text</a:t>
            </a:r>
          </a:p>
        </p:txBody>
      </p:sp>
      <p:sp>
        <p:nvSpPr>
          <p:cNvPr id="6" name="Slide Number Placeholder 5">
            <a:extLst>
              <a:ext uri="{FF2B5EF4-FFF2-40B4-BE49-F238E27FC236}">
                <a16:creationId xmlns:a16="http://schemas.microsoft.com/office/drawing/2014/main" id="{A786E724-AEC3-4D96-A62C-C286B703F15B}"/>
              </a:ext>
            </a:extLst>
          </p:cNvPr>
          <p:cNvSpPr>
            <a:spLocks noGrp="1"/>
          </p:cNvSpPr>
          <p:nvPr>
            <p:ph type="sldNum" sz="quarter" idx="4"/>
          </p:nvPr>
        </p:nvSpPr>
        <p:spPr>
          <a:xfrm>
            <a:off x="10518474" y="6356350"/>
            <a:ext cx="1414733" cy="365125"/>
          </a:xfrm>
          <a:prstGeom prst="rect">
            <a:avLst/>
          </a:prstGeom>
        </p:spPr>
        <p:txBody>
          <a:bodyPr vert="horz" lIns="91440" tIns="45720" rIns="91440" bIns="45720" rtlCol="0" anchor="ctr"/>
          <a:lstStyle>
            <a:lvl1pPr algn="r">
              <a:defRPr sz="900" b="1">
                <a:solidFill>
                  <a:schemeClr val="tx2">
                    <a:alpha val="75000"/>
                  </a:schemeClr>
                </a:solidFill>
              </a:defRPr>
            </a:lvl1pPr>
          </a:lstStyle>
          <a:p>
            <a:fld id="{AE208ADF-3ADD-483D-A721-14E3EEE2C135}" type="slidenum">
              <a:rPr lang="en-US" smtClean="0"/>
              <a:pPr/>
              <a:t>‹#›</a:t>
            </a:fld>
            <a:endParaRPr lang="en-US"/>
          </a:p>
        </p:txBody>
      </p:sp>
    </p:spTree>
    <p:extLst>
      <p:ext uri="{BB962C8B-B14F-4D97-AF65-F5344CB8AC3E}">
        <p14:creationId xmlns:p14="http://schemas.microsoft.com/office/powerpoint/2010/main" val="1624592867"/>
      </p:ext>
    </p:extLst>
  </p:cSld>
  <p:clrMap bg1="dk1" tx1="lt1" bg2="dk2" tx2="lt2" accent1="accent1" accent2="accent2" accent3="accent3" accent4="accent4" accent5="accent5" accent6="accent6" hlink="hlink" folHlink="folHlink"/>
  <p:sldLayoutIdLst>
    <p:sldLayoutId id="2147483665" r:id="rId1"/>
    <p:sldLayoutId id="2147483664" r:id="rId2"/>
    <p:sldLayoutId id="2147483663" r:id="rId3"/>
    <p:sldLayoutId id="2147483661" r:id="rId4"/>
    <p:sldLayoutId id="2147483650" r:id="rId5"/>
    <p:sldLayoutId id="2147483671" r:id="rId6"/>
    <p:sldLayoutId id="2147483670" r:id="rId7"/>
    <p:sldLayoutId id="2147483672" r:id="rId8"/>
    <p:sldLayoutId id="2147483654" r:id="rId9"/>
    <p:sldLayoutId id="2147483653" r:id="rId10"/>
    <p:sldLayoutId id="2147483667" r:id="rId11"/>
    <p:sldLayoutId id="2147483668" r:id="rId12"/>
    <p:sldLayoutId id="2147483669" r:id="rId13"/>
    <p:sldLayoutId id="2147483649" r:id="rId14"/>
    <p:sldLayoutId id="2147483651" r:id="rId15"/>
    <p:sldLayoutId id="2147483652" r:id="rId16"/>
    <p:sldLayoutId id="2147483655" r:id="rId17"/>
    <p:sldLayoutId id="2147483656" r:id="rId18"/>
    <p:sldLayoutId id="2147483657" r:id="rId19"/>
  </p:sldLayoutIdLst>
  <p:hf hdr="0"/>
  <p:txStyles>
    <p:titleStyle>
      <a:lvl1pPr algn="l" defTabSz="914400" rtl="0" eaLnBrk="1" latinLnBrk="0" hangingPunct="1">
        <a:lnSpc>
          <a:spcPct val="100000"/>
        </a:lnSpc>
        <a:spcBef>
          <a:spcPct val="0"/>
        </a:spcBef>
        <a:buNone/>
        <a:defRPr sz="4000" kern="1200">
          <a:solidFill>
            <a:schemeClr val="tx2">
              <a:alpha val="7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400" kern="1200" spc="100" baseline="0">
          <a:solidFill>
            <a:schemeClr val="tx2">
              <a:alpha val="85000"/>
            </a:schemeClr>
          </a:solidFill>
          <a:latin typeface="+mn-lt"/>
          <a:ea typeface="+mn-ea"/>
          <a:cs typeface="+mn-cs"/>
        </a:defRPr>
      </a:lvl1pPr>
      <a:lvl2pPr marL="274320" indent="0" algn="l" defTabSz="914400" rtl="0" eaLnBrk="1" latinLnBrk="0" hangingPunct="1">
        <a:lnSpc>
          <a:spcPct val="120000"/>
        </a:lnSpc>
        <a:spcBef>
          <a:spcPts val="500"/>
        </a:spcBef>
        <a:buFontTx/>
        <a:buNone/>
        <a:defRPr sz="1800" b="1" kern="1200" spc="100" baseline="0">
          <a:solidFill>
            <a:schemeClr val="tx2">
              <a:alpha val="85000"/>
            </a:schemeClr>
          </a:solidFill>
          <a:latin typeface="+mn-lt"/>
          <a:ea typeface="+mn-ea"/>
          <a:cs typeface="+mn-cs"/>
        </a:defRPr>
      </a:lvl2pPr>
      <a:lvl3pPr marL="571500" indent="-342900" algn="l" defTabSz="914400" rtl="0" eaLnBrk="1" latinLnBrk="0" hangingPunct="1">
        <a:lnSpc>
          <a:spcPct val="120000"/>
        </a:lnSpc>
        <a:spcBef>
          <a:spcPts val="500"/>
        </a:spcBef>
        <a:buFont typeface="Arial" panose="020B0604020202020204" pitchFamily="34" charset="0"/>
        <a:buChar char="•"/>
        <a:defRPr sz="1800" kern="1200" spc="100" baseline="0">
          <a:solidFill>
            <a:schemeClr val="tx2">
              <a:alpha val="85000"/>
            </a:schemeClr>
          </a:solidFill>
          <a:latin typeface="+mn-lt"/>
          <a:ea typeface="+mn-ea"/>
          <a:cs typeface="+mn-cs"/>
        </a:defRPr>
      </a:lvl3pPr>
      <a:lvl4pPr marL="640080" indent="0" algn="l"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914400" indent="-228600" algn="l" defTabSz="914400" rtl="0" eaLnBrk="1" latinLnBrk="0" hangingPunct="1">
        <a:lnSpc>
          <a:spcPct val="120000"/>
        </a:lnSpc>
        <a:spcBef>
          <a:spcPts val="500"/>
        </a:spcBef>
        <a:buSzPct val="80000"/>
        <a:buFont typeface="Arial" panose="020B0604020202020204" pitchFamily="34" charset="0"/>
        <a:buChar char="•"/>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552">
          <p15:clr>
            <a:srgbClr val="F26B43"/>
          </p15:clr>
        </p15:guide>
        <p15:guide id="3" pos="528">
          <p15:clr>
            <a:srgbClr val="F26B43"/>
          </p15:clr>
        </p15:guide>
        <p15:guide id="4" orient="horz" pos="3912">
          <p15:clr>
            <a:srgbClr val="F26B43"/>
          </p15:clr>
        </p15:guide>
        <p15:guide id="5" orient="horz" pos="408">
          <p15:clr>
            <a:srgbClr val="F26B43"/>
          </p15:clr>
        </p15:guide>
        <p15:guide id="6" pos="7152">
          <p15:clr>
            <a:srgbClr val="F26B43"/>
          </p15:clr>
        </p15:guide>
        <p15:guide id="7" pos="2880">
          <p15:clr>
            <a:srgbClr val="F26B43"/>
          </p15:clr>
        </p15:guide>
        <p15:guide id="8" pos="4248">
          <p15:clr>
            <a:srgbClr val="F26B43"/>
          </p15:clr>
        </p15:guide>
        <p15:guide id="9" orient="horz" pos="600">
          <p15:clr>
            <a:srgbClr val="F26B43"/>
          </p15:clr>
        </p15:guide>
        <p15:guide id="10" orient="horz" pos="3792">
          <p15:clr>
            <a:srgbClr val="F26B43"/>
          </p15:clr>
        </p15:guide>
        <p15:guide id="11" pos="7272">
          <p15:clr>
            <a:srgbClr val="F26B43"/>
          </p15:clr>
        </p15:guide>
        <p15:guide id="12" pos="408">
          <p15:clr>
            <a:srgbClr val="F26B43"/>
          </p15:clr>
        </p15:guide>
        <p15:guide id="13" pos="4920">
          <p15:clr>
            <a:srgbClr val="F26B43"/>
          </p15:clr>
        </p15:guide>
        <p15:guide id="14" pos="22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6.xml"/><Relationship Id="rId4" Type="http://schemas.openxmlformats.org/officeDocument/2006/relationships/image" Target="../media/image34.jpeg"/></Relationships>
</file>

<file path=ppt/slides/_rels/slide19.xml.rels><?xml version="1.0" encoding="UTF-8" standalone="yes"?>
<Relationships xmlns="http://schemas.openxmlformats.org/package/2006/relationships"><Relationship Id="rId3" Type="http://schemas.openxmlformats.org/officeDocument/2006/relationships/hyperlink" Target="https://der-frickler.net/modellbau/cars/rover_4x4" TargetMode="External"/><Relationship Id="rId7" Type="http://schemas.openxmlformats.org/officeDocument/2006/relationships/hyperlink" Target="https://www.lifegate.it/lai-act-regolamento-europeo" TargetMode="External"/><Relationship Id="rId2" Type="http://schemas.openxmlformats.org/officeDocument/2006/relationships/image" Target="../media/image35.jpeg"/><Relationship Id="rId1" Type="http://schemas.openxmlformats.org/officeDocument/2006/relationships/slideLayout" Target="../slideLayouts/slideLayout3.xml"/><Relationship Id="rId6" Type="http://schemas.openxmlformats.org/officeDocument/2006/relationships/image" Target="../media/image37.jpeg"/><Relationship Id="rId5" Type="http://schemas.openxmlformats.org/officeDocument/2006/relationships/hyperlink" Target="https://electronica.guru/questions/55518/que-tipo-de-antena-gnss-es-esta" TargetMode="External"/><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3" Type="http://schemas.openxmlformats.org/officeDocument/2006/relationships/hyperlink" Target="https://www.usbg.gov/blog/researchers-complete-first-comprehensive-threat-assessment-all-us-trees" TargetMode="External"/><Relationship Id="rId7" Type="http://schemas.openxmlformats.org/officeDocument/2006/relationships/hyperlink" Target="https://www.iso.org/standard/62085.html" TargetMode="External"/><Relationship Id="rId2" Type="http://schemas.openxmlformats.org/officeDocument/2006/relationships/hyperlink" Target="https://research.fs.usda.gov/srs/articles/forests-and-future-drought-area-exposed-severe-drought-projected-triple-2070" TargetMode="External"/><Relationship Id="rId1" Type="http://schemas.openxmlformats.org/officeDocument/2006/relationships/slideLayout" Target="../slideLayouts/slideLayout5.xml"/><Relationship Id="rId6" Type="http://schemas.openxmlformats.org/officeDocument/2006/relationships/hyperlink" Target="https://doi.org/10.3390/plants13202876" TargetMode="External"/><Relationship Id="rId5" Type="http://schemas.openxmlformats.org/officeDocument/2006/relationships/hyperlink" Target="https://doi.org/10.3390/ijms231810797" TargetMode="External"/><Relationship Id="rId4" Type="http://schemas.openxmlformats.org/officeDocument/2006/relationships/hyperlink" Target="https://csfs.colostate.edu/science/forest-inventory-analysis/fia-faq/"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A3385-7A97-4B91-90E4-313A5F6486BE}"/>
              </a:ext>
            </a:extLst>
          </p:cNvPr>
          <p:cNvSpPr>
            <a:spLocks noGrp="1"/>
          </p:cNvSpPr>
          <p:nvPr>
            <p:ph type="ctrTitle"/>
          </p:nvPr>
        </p:nvSpPr>
        <p:spPr>
          <a:xfrm>
            <a:off x="684361" y="428903"/>
            <a:ext cx="3071005" cy="3051391"/>
          </a:xfrm>
        </p:spPr>
        <p:txBody>
          <a:bodyPr vert="horz" lIns="91440" tIns="45720" rIns="91440" bIns="45720" rtlCol="0" anchor="b" anchorCtr="0">
            <a:normAutofit/>
          </a:bodyPr>
          <a:lstStyle/>
          <a:p>
            <a:r>
              <a:rPr lang="en-US"/>
              <a:t>Forest Buddy</a:t>
            </a:r>
          </a:p>
        </p:txBody>
      </p:sp>
      <p:pic>
        <p:nvPicPr>
          <p:cNvPr id="8" name="Picture Placeholder 7" descr="A picture containing trees, outdoor, forest, nature, mist">
            <a:extLst>
              <a:ext uri="{FF2B5EF4-FFF2-40B4-BE49-F238E27FC236}">
                <a16:creationId xmlns:a16="http://schemas.microsoft.com/office/drawing/2014/main" id="{E012FD38-BCDB-4D51-8DED-F3962AB9A4C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4383024" y="0"/>
            <a:ext cx="7808976" cy="6858000"/>
          </a:xfrm>
        </p:spPr>
      </p:pic>
    </p:spTree>
    <p:extLst>
      <p:ext uri="{BB962C8B-B14F-4D97-AF65-F5344CB8AC3E}">
        <p14:creationId xmlns:p14="http://schemas.microsoft.com/office/powerpoint/2010/main" val="1057612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2AA78-FAB6-4776-8D07-F29C78281073}"/>
              </a:ext>
            </a:extLst>
          </p:cNvPr>
          <p:cNvSpPr>
            <a:spLocks noGrp="1"/>
          </p:cNvSpPr>
          <p:nvPr>
            <p:ph type="title"/>
          </p:nvPr>
        </p:nvSpPr>
        <p:spPr>
          <a:xfrm>
            <a:off x="838200" y="662427"/>
            <a:ext cx="10515600" cy="819738"/>
          </a:xfrm>
        </p:spPr>
        <p:txBody>
          <a:bodyPr/>
          <a:lstStyle/>
          <a:p>
            <a:r>
              <a:rPr lang="en-US"/>
              <a:t> Forest Buddy Team</a:t>
            </a:r>
          </a:p>
        </p:txBody>
      </p:sp>
      <p:graphicFrame>
        <p:nvGraphicFramePr>
          <p:cNvPr id="7" name="Content Placeholder 8" descr="Team placeholder">
            <a:extLst>
              <a:ext uri="{FF2B5EF4-FFF2-40B4-BE49-F238E27FC236}">
                <a16:creationId xmlns:a16="http://schemas.microsoft.com/office/drawing/2014/main" id="{9C305D2F-514C-4B1B-B3E8-608BA1091E04}"/>
              </a:ext>
            </a:extLst>
          </p:cNvPr>
          <p:cNvGraphicFramePr>
            <a:graphicFrameLocks noGrp="1"/>
          </p:cNvGraphicFramePr>
          <p:nvPr>
            <p:ph idx="1"/>
            <p:extLst>
              <p:ext uri="{D42A27DB-BD31-4B8C-83A1-F6EECF244321}">
                <p14:modId xmlns:p14="http://schemas.microsoft.com/office/powerpoint/2010/main" val="1490601921"/>
              </p:ext>
            </p:extLst>
          </p:nvPr>
        </p:nvGraphicFramePr>
        <p:xfrm>
          <a:off x="258793" y="1507934"/>
          <a:ext cx="11336753" cy="5350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2" name="Slide Number Placeholder 31">
            <a:extLst>
              <a:ext uri="{FF2B5EF4-FFF2-40B4-BE49-F238E27FC236}">
                <a16:creationId xmlns:a16="http://schemas.microsoft.com/office/drawing/2014/main" id="{CC7B1733-8B85-4D01-A9F3-45031C885C1B}"/>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2</a:t>
            </a:fld>
            <a:endParaRPr lang="en-US"/>
          </a:p>
        </p:txBody>
      </p:sp>
    </p:spTree>
    <p:extLst>
      <p:ext uri="{BB962C8B-B14F-4D97-AF65-F5344CB8AC3E}">
        <p14:creationId xmlns:p14="http://schemas.microsoft.com/office/powerpoint/2010/main" val="3769440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E88BB9-5E8A-474F-B7C0-BC6738C243D9}"/>
              </a:ext>
            </a:extLst>
          </p:cNvPr>
          <p:cNvSpPr>
            <a:spLocks noGrp="1"/>
          </p:cNvSpPr>
          <p:nvPr>
            <p:ph type="title"/>
          </p:nvPr>
        </p:nvSpPr>
        <p:spPr>
          <a:xfrm>
            <a:off x="845164" y="1034470"/>
            <a:ext cx="10515600" cy="899783"/>
          </a:xfrm>
        </p:spPr>
        <p:txBody>
          <a:bodyPr/>
          <a:lstStyle/>
          <a:p>
            <a:r>
              <a:rPr lang="en-US"/>
              <a:t>The Problem</a:t>
            </a:r>
          </a:p>
        </p:txBody>
      </p:sp>
      <p:sp>
        <p:nvSpPr>
          <p:cNvPr id="81" name="Text Placeholder 80">
            <a:extLst>
              <a:ext uri="{FF2B5EF4-FFF2-40B4-BE49-F238E27FC236}">
                <a16:creationId xmlns:a16="http://schemas.microsoft.com/office/drawing/2014/main" id="{26331C6E-6EC6-4BCA-90FC-D61437684A3A}"/>
              </a:ext>
            </a:extLst>
          </p:cNvPr>
          <p:cNvSpPr>
            <a:spLocks noGrp="1"/>
          </p:cNvSpPr>
          <p:nvPr>
            <p:ph type="body" sz="quarter" idx="16"/>
          </p:nvPr>
        </p:nvSpPr>
        <p:spPr>
          <a:xfrm>
            <a:off x="845164" y="1900962"/>
            <a:ext cx="10280036" cy="2259558"/>
          </a:xfrm>
        </p:spPr>
        <p:txBody>
          <a:bodyPr>
            <a:normAutofit fontScale="77500" lnSpcReduction="20000"/>
          </a:bodyPr>
          <a:lstStyle/>
          <a:p>
            <a:r>
              <a:rPr lang="en-US"/>
              <a:t>What is the Problem?</a:t>
            </a:r>
          </a:p>
          <a:p>
            <a:pPr marL="342900" indent="-342900">
              <a:buFont typeface="Arial" panose="020B0604020202020204" pitchFamily="34" charset="0"/>
              <a:buChar char="•"/>
            </a:pPr>
            <a:r>
              <a:rPr lang="en-US" sz="2300"/>
              <a:t>Forests are increasingly afflicted by drought, pests, and diseases, raising concern as they remain an essential part of the environment. </a:t>
            </a:r>
            <a:endParaRPr lang="en-US" sz="2300">
              <a:solidFill>
                <a:srgbClr val="E2D4CA">
                  <a:alpha val="85000"/>
                </a:srgbClr>
              </a:solidFill>
            </a:endParaRPr>
          </a:p>
          <a:p>
            <a:pPr marL="342900" indent="-342900">
              <a:buFont typeface="Arial,Sans-Serif" panose="020B0604020202020204" pitchFamily="34" charset="0"/>
              <a:buChar char="•"/>
            </a:pPr>
            <a:r>
              <a:rPr lang="en-US" sz="2300" b="1">
                <a:solidFill>
                  <a:srgbClr val="E2D4CA"/>
                </a:solidFill>
              </a:rPr>
              <a:t>11-16% </a:t>
            </a:r>
            <a:r>
              <a:rPr lang="en-US" sz="2300">
                <a:solidFill>
                  <a:srgbClr val="E2D4CA"/>
                </a:solidFill>
              </a:rPr>
              <a:t>of tree species are </a:t>
            </a:r>
            <a:r>
              <a:rPr lang="en-US" sz="2300" b="1">
                <a:solidFill>
                  <a:srgbClr val="E2D4CA"/>
                </a:solidFill>
              </a:rPr>
              <a:t>threatened</a:t>
            </a:r>
            <a:r>
              <a:rPr lang="en-US" sz="2300">
                <a:solidFill>
                  <a:srgbClr val="E2D4CA"/>
                </a:solidFill>
              </a:rPr>
              <a:t> by </a:t>
            </a:r>
            <a:r>
              <a:rPr lang="en-US" sz="2300" b="1">
                <a:solidFill>
                  <a:srgbClr val="E2D4CA"/>
                </a:solidFill>
              </a:rPr>
              <a:t>extinction</a:t>
            </a:r>
            <a:r>
              <a:rPr lang="en-US" sz="2300">
                <a:solidFill>
                  <a:srgbClr val="E2D4CA"/>
                </a:solidFill>
              </a:rPr>
              <a:t> due to pests and diseases [2].</a:t>
            </a:r>
            <a:endParaRPr lang="en-US" sz="2300">
              <a:solidFill>
                <a:srgbClr val="FFFFFF"/>
              </a:solidFill>
            </a:endParaRPr>
          </a:p>
          <a:p>
            <a:pPr marL="342900" indent="-342900">
              <a:buFont typeface="Arial" panose="020B0604020202020204" pitchFamily="34" charset="0"/>
              <a:buChar char="•"/>
            </a:pPr>
            <a:r>
              <a:rPr lang="en-US" sz="2300"/>
              <a:t>Nearly </a:t>
            </a:r>
            <a:r>
              <a:rPr lang="en-US" sz="2300" b="1"/>
              <a:t>11% </a:t>
            </a:r>
            <a:r>
              <a:rPr lang="en-US" sz="2300"/>
              <a:t>of forests in the U.S. are exposed to </a:t>
            </a:r>
            <a:r>
              <a:rPr lang="en-US" sz="2300" b="1"/>
              <a:t>drought</a:t>
            </a:r>
            <a:r>
              <a:rPr lang="en-US" sz="2300"/>
              <a:t>, expected to rise to </a:t>
            </a:r>
            <a:r>
              <a:rPr lang="en-US" sz="2300" b="1"/>
              <a:t>38% </a:t>
            </a:r>
            <a:r>
              <a:rPr lang="en-US" sz="2300"/>
              <a:t>by mid-century [1].</a:t>
            </a:r>
            <a:endParaRPr lang="en-US" sz="2300">
              <a:solidFill>
                <a:srgbClr val="E2D4CA">
                  <a:alpha val="85000"/>
                </a:srgbClr>
              </a:solidFill>
            </a:endParaRPr>
          </a:p>
        </p:txBody>
      </p:sp>
      <p:pic>
        <p:nvPicPr>
          <p:cNvPr id="13" name="Picture Placeholder 12" descr="A picture containing tree, outdoor, forest, nature">
            <a:extLst>
              <a:ext uri="{FF2B5EF4-FFF2-40B4-BE49-F238E27FC236}">
                <a16:creationId xmlns:a16="http://schemas.microsoft.com/office/drawing/2014/main" id="{28CD82BD-20D4-4910-9A71-4B534FCE62E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4411134"/>
            <a:ext cx="4067175" cy="2446866"/>
          </a:xfrm>
        </p:spPr>
      </p:pic>
      <p:pic>
        <p:nvPicPr>
          <p:cNvPr id="15" name="Picture Placeholder 14" descr="A close up of leaves with water droplets ">
            <a:extLst>
              <a:ext uri="{FF2B5EF4-FFF2-40B4-BE49-F238E27FC236}">
                <a16:creationId xmlns:a16="http://schemas.microsoft.com/office/drawing/2014/main" id="{34C758CA-99BE-4230-9424-008948EC328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054627" y="4411134"/>
            <a:ext cx="4133088" cy="2446866"/>
          </a:xfrm>
        </p:spPr>
      </p:pic>
      <p:pic>
        <p:nvPicPr>
          <p:cNvPr id="17" name="Picture Placeholder 16" descr="A close up of a green tree branch">
            <a:extLst>
              <a:ext uri="{FF2B5EF4-FFF2-40B4-BE49-F238E27FC236}">
                <a16:creationId xmlns:a16="http://schemas.microsoft.com/office/drawing/2014/main" id="{B0A1EFCE-676C-4616-ABD3-11F042604AA6}"/>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4069873" y="4411134"/>
            <a:ext cx="4005072" cy="2446865"/>
          </a:xfrm>
        </p:spPr>
      </p:pic>
      <p:sp>
        <p:nvSpPr>
          <p:cNvPr id="184" name="Slide Number Placeholder 183">
            <a:extLst>
              <a:ext uri="{FF2B5EF4-FFF2-40B4-BE49-F238E27FC236}">
                <a16:creationId xmlns:a16="http://schemas.microsoft.com/office/drawing/2014/main" id="{F09696C5-2D5D-4774-8ED7-53F2BB60D1FD}"/>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3</a:t>
            </a:fld>
            <a:endParaRPr lang="en-US"/>
          </a:p>
        </p:txBody>
      </p:sp>
    </p:spTree>
    <p:extLst>
      <p:ext uri="{BB962C8B-B14F-4D97-AF65-F5344CB8AC3E}">
        <p14:creationId xmlns:p14="http://schemas.microsoft.com/office/powerpoint/2010/main" val="328143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EAF6-69D1-4AA9-C1C9-9EF5D7CD7AE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B2DBEBC-F6D1-FB19-2CDF-56BEA8C03B78}"/>
              </a:ext>
            </a:extLst>
          </p:cNvPr>
          <p:cNvSpPr>
            <a:spLocks noGrp="1"/>
          </p:cNvSpPr>
          <p:nvPr>
            <p:ph type="title"/>
          </p:nvPr>
        </p:nvSpPr>
        <p:spPr>
          <a:xfrm>
            <a:off x="258792" y="136525"/>
            <a:ext cx="10515600" cy="899783"/>
          </a:xfrm>
        </p:spPr>
        <p:txBody>
          <a:bodyPr/>
          <a:lstStyle/>
          <a:p>
            <a:r>
              <a:rPr lang="en-US"/>
              <a:t>Previous Solutions</a:t>
            </a:r>
          </a:p>
        </p:txBody>
      </p:sp>
      <p:sp>
        <p:nvSpPr>
          <p:cNvPr id="81" name="Text Placeholder 80">
            <a:extLst>
              <a:ext uri="{FF2B5EF4-FFF2-40B4-BE49-F238E27FC236}">
                <a16:creationId xmlns:a16="http://schemas.microsoft.com/office/drawing/2014/main" id="{37035CE0-65F9-5D12-A3C5-5402DEC9AD43}"/>
              </a:ext>
            </a:extLst>
          </p:cNvPr>
          <p:cNvSpPr>
            <a:spLocks noGrp="1"/>
          </p:cNvSpPr>
          <p:nvPr>
            <p:ph type="body" sz="quarter" idx="16"/>
          </p:nvPr>
        </p:nvSpPr>
        <p:spPr>
          <a:xfrm>
            <a:off x="140737" y="1163943"/>
            <a:ext cx="4194195" cy="2529730"/>
          </a:xfrm>
        </p:spPr>
        <p:txBody>
          <a:bodyPr>
            <a:normAutofit/>
          </a:bodyPr>
          <a:lstStyle/>
          <a:p>
            <a:r>
              <a:rPr lang="en-US" b="1"/>
              <a:t>Leaf Link</a:t>
            </a:r>
          </a:p>
          <a:p>
            <a:pPr marL="342900" indent="-342900">
              <a:buFont typeface="Arial" panose="020B0604020202020204" pitchFamily="34" charset="0"/>
              <a:buChar char="•"/>
            </a:pPr>
            <a:r>
              <a:rPr lang="en-US"/>
              <a:t>Used a pulley system</a:t>
            </a:r>
          </a:p>
          <a:p>
            <a:pPr marL="342900" indent="-342900">
              <a:buFont typeface="Arial" panose="020B0604020202020204" pitchFamily="34" charset="0"/>
              <a:buChar char="•"/>
            </a:pPr>
            <a:r>
              <a:rPr lang="en-US"/>
              <a:t>Extremely limited mobility</a:t>
            </a:r>
          </a:p>
        </p:txBody>
      </p:sp>
      <p:sp>
        <p:nvSpPr>
          <p:cNvPr id="184" name="Slide Number Placeholder 183">
            <a:extLst>
              <a:ext uri="{FF2B5EF4-FFF2-40B4-BE49-F238E27FC236}">
                <a16:creationId xmlns:a16="http://schemas.microsoft.com/office/drawing/2014/main" id="{86ED237A-EA44-91BE-027C-335ACA920EBC}"/>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4</a:t>
            </a:fld>
            <a:endParaRPr lang="en-US"/>
          </a:p>
        </p:txBody>
      </p:sp>
      <p:pic>
        <p:nvPicPr>
          <p:cNvPr id="21" name="Picture Placeholder 20">
            <a:extLst>
              <a:ext uri="{FF2B5EF4-FFF2-40B4-BE49-F238E27FC236}">
                <a16:creationId xmlns:a16="http://schemas.microsoft.com/office/drawing/2014/main" id="{295A5ED6-FD50-53AA-7082-753EDC6A3465}"/>
              </a:ext>
            </a:extLst>
          </p:cNvPr>
          <p:cNvPicPr>
            <a:picLocks noGrp="1" noChangeAspect="1"/>
          </p:cNvPicPr>
          <p:nvPr>
            <p:ph type="pic" sz="quarter" idx="13"/>
          </p:nvPr>
        </p:nvPicPr>
        <p:blipFill>
          <a:blip r:embed="rId2"/>
          <a:srcRect l="6094" r="6094"/>
          <a:stretch/>
        </p:blipFill>
        <p:spPr>
          <a:xfrm>
            <a:off x="-7239" y="4160520"/>
            <a:ext cx="4067175" cy="2697480"/>
          </a:xfrm>
          <a:prstGeom prst="rect">
            <a:avLst/>
          </a:prstGeom>
          <a:solidFill>
            <a:srgbClr val="081B19">
              <a:lumMod val="50000"/>
              <a:lumOff val="50000"/>
            </a:srgbClr>
          </a:solidFill>
        </p:spPr>
      </p:pic>
      <p:pic>
        <p:nvPicPr>
          <p:cNvPr id="16" name="Picture Placeholder 15">
            <a:extLst>
              <a:ext uri="{FF2B5EF4-FFF2-40B4-BE49-F238E27FC236}">
                <a16:creationId xmlns:a16="http://schemas.microsoft.com/office/drawing/2014/main" id="{4154B0E1-8A7C-7DDD-0A98-7529E0BE29BD}"/>
              </a:ext>
            </a:extLst>
          </p:cNvPr>
          <p:cNvPicPr>
            <a:picLocks noGrp="1" noChangeAspect="1"/>
          </p:cNvPicPr>
          <p:nvPr>
            <p:ph type="pic" sz="quarter" idx="14"/>
          </p:nvPr>
        </p:nvPicPr>
        <p:blipFill>
          <a:blip r:embed="rId3"/>
          <a:srcRect t="8176" b="8176"/>
          <a:stretch/>
        </p:blipFill>
        <p:spPr>
          <a:xfrm>
            <a:off x="4059936" y="4160520"/>
            <a:ext cx="4133088" cy="2697480"/>
          </a:xfrm>
          <a:prstGeom prst="rect">
            <a:avLst/>
          </a:prstGeom>
          <a:solidFill>
            <a:srgbClr val="081B19">
              <a:lumMod val="50000"/>
              <a:lumOff val="50000"/>
            </a:srgbClr>
          </a:solidFill>
        </p:spPr>
      </p:pic>
      <p:pic>
        <p:nvPicPr>
          <p:cNvPr id="19" name="Picture Placeholder 18">
            <a:extLst>
              <a:ext uri="{FF2B5EF4-FFF2-40B4-BE49-F238E27FC236}">
                <a16:creationId xmlns:a16="http://schemas.microsoft.com/office/drawing/2014/main" id="{DB5AA93E-ABF1-7AB6-2890-12EBA42508EB}"/>
              </a:ext>
            </a:extLst>
          </p:cNvPr>
          <p:cNvPicPr>
            <a:picLocks noGrp="1" noChangeAspect="1"/>
          </p:cNvPicPr>
          <p:nvPr>
            <p:ph type="pic" sz="quarter" idx="15"/>
          </p:nvPr>
        </p:nvPicPr>
        <p:blipFill>
          <a:blip r:embed="rId4"/>
          <a:srcRect l="500" r="500"/>
          <a:stretch/>
        </p:blipFill>
        <p:spPr>
          <a:prstGeom prst="rect">
            <a:avLst/>
          </a:prstGeom>
          <a:solidFill>
            <a:srgbClr val="081B19">
              <a:lumMod val="50000"/>
              <a:lumOff val="50000"/>
            </a:srgbClr>
          </a:solidFill>
        </p:spPr>
      </p:pic>
      <p:sp>
        <p:nvSpPr>
          <p:cNvPr id="10" name="Text Placeholder 80">
            <a:extLst>
              <a:ext uri="{FF2B5EF4-FFF2-40B4-BE49-F238E27FC236}">
                <a16:creationId xmlns:a16="http://schemas.microsoft.com/office/drawing/2014/main" id="{3598C92B-E45A-FF86-F6E2-7C7C36726795}"/>
              </a:ext>
            </a:extLst>
          </p:cNvPr>
          <p:cNvSpPr txBox="1">
            <a:spLocks/>
          </p:cNvSpPr>
          <p:nvPr/>
        </p:nvSpPr>
        <p:spPr>
          <a:xfrm>
            <a:off x="4130231" y="1105547"/>
            <a:ext cx="4133088" cy="2927338"/>
          </a:xfrm>
          <a:prstGeom prst="rect">
            <a:avLst/>
          </a:prstGeom>
        </p:spPr>
        <p:txBody>
          <a:bodyPr vert="horz" lIns="91440" tIns="45720" rIns="91440" bIns="45720" rtlCol="0" anchor="t">
            <a:normAutofit/>
          </a:bodyPr>
          <a:lstStyle>
            <a:lvl1pPr marL="0" indent="0" algn="just" defTabSz="914400" rtl="0" eaLnBrk="1" latinLnBrk="0" hangingPunct="1">
              <a:lnSpc>
                <a:spcPct val="120000"/>
              </a:lnSpc>
              <a:spcBef>
                <a:spcPts val="1000"/>
              </a:spcBef>
              <a:buSzPct val="80000"/>
              <a:buFont typeface="Arial" panose="020B0604020202020204" pitchFamily="34" charset="0"/>
              <a:buNone/>
              <a:defRPr sz="2400" kern="1200" spc="100" baseline="0">
                <a:solidFill>
                  <a:schemeClr val="tx2">
                    <a:alpha val="85000"/>
                  </a:schemeClr>
                </a:solidFill>
                <a:latin typeface="+mn-lt"/>
                <a:ea typeface="+mn-ea"/>
                <a:cs typeface="+mn-cs"/>
              </a:defRPr>
            </a:lvl1pPr>
            <a:lvl2pPr marL="274320" indent="0" algn="ctr" defTabSz="914400" rtl="0" eaLnBrk="1" latinLnBrk="0" hangingPunct="1">
              <a:lnSpc>
                <a:spcPct val="120000"/>
              </a:lnSpc>
              <a:spcBef>
                <a:spcPts val="500"/>
              </a:spcBef>
              <a:buFont typeface="Arial" panose="020B0604020202020204" pitchFamily="34" charset="0"/>
              <a:buNone/>
              <a:defRPr sz="1800" b="1" kern="1200" spc="100" baseline="0">
                <a:solidFill>
                  <a:schemeClr val="tx2">
                    <a:alpha val="85000"/>
                  </a:schemeClr>
                </a:solidFill>
                <a:latin typeface="+mn-lt"/>
                <a:ea typeface="+mn-ea"/>
                <a:cs typeface="+mn-cs"/>
              </a:defRPr>
            </a:lvl2pPr>
            <a:lvl3pPr marL="228600" indent="0" algn="ctr" defTabSz="914400" rtl="0" eaLnBrk="1" latinLnBrk="0" hangingPunct="1">
              <a:lnSpc>
                <a:spcPct val="120000"/>
              </a:lnSpc>
              <a:spcBef>
                <a:spcPts val="500"/>
              </a:spcBef>
              <a:buFont typeface="Arial" panose="020B0604020202020204" pitchFamily="34" charset="0"/>
              <a:buNone/>
              <a:defRPr sz="1800" kern="1200" spc="100" baseline="0">
                <a:solidFill>
                  <a:schemeClr val="tx2">
                    <a:alpha val="85000"/>
                  </a:schemeClr>
                </a:solidFill>
                <a:latin typeface="+mn-lt"/>
                <a:ea typeface="+mn-ea"/>
                <a:cs typeface="+mn-cs"/>
              </a:defRPr>
            </a:lvl3pPr>
            <a:lvl4pPr marL="640080" indent="0" algn="ctr"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685800" indent="0" algn="ctr" defTabSz="914400" rtl="0" eaLnBrk="1" latinLnBrk="0" hangingPunct="1">
              <a:lnSpc>
                <a:spcPct val="120000"/>
              </a:lnSpc>
              <a:spcBef>
                <a:spcPts val="500"/>
              </a:spcBef>
              <a:buSzPct val="80000"/>
              <a:buFont typeface="Arial" panose="020B0604020202020204" pitchFamily="34" charset="0"/>
              <a:buNone/>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Manual Inspection</a:t>
            </a:r>
          </a:p>
          <a:p>
            <a:pPr marL="342900" indent="-342900">
              <a:buFont typeface="Arial" panose="020B0604020202020204" pitchFamily="34" charset="0"/>
              <a:buChar char="•"/>
            </a:pPr>
            <a:r>
              <a:rPr lang="en-US"/>
              <a:t>Economical but impractical for inspecting large areas and often too late to detect disease [3][4].</a:t>
            </a:r>
          </a:p>
        </p:txBody>
      </p:sp>
      <p:sp>
        <p:nvSpPr>
          <p:cNvPr id="12" name="Text Placeholder 80">
            <a:extLst>
              <a:ext uri="{FF2B5EF4-FFF2-40B4-BE49-F238E27FC236}">
                <a16:creationId xmlns:a16="http://schemas.microsoft.com/office/drawing/2014/main" id="{9DE8F785-E567-F94A-FC2C-01737CAB3738}"/>
              </a:ext>
            </a:extLst>
          </p:cNvPr>
          <p:cNvSpPr txBox="1">
            <a:spLocks/>
          </p:cNvSpPr>
          <p:nvPr/>
        </p:nvSpPr>
        <p:spPr>
          <a:xfrm>
            <a:off x="8491780" y="1096657"/>
            <a:ext cx="3559483" cy="2927338"/>
          </a:xfrm>
          <a:prstGeom prst="rect">
            <a:avLst/>
          </a:prstGeom>
        </p:spPr>
        <p:txBody>
          <a:bodyPr vert="horz" lIns="91440" tIns="45720" rIns="91440" bIns="45720" rtlCol="0" anchor="t">
            <a:normAutofit/>
          </a:bodyPr>
          <a:lstStyle>
            <a:lvl1pPr marL="0" indent="0" algn="just" defTabSz="914400" rtl="0" eaLnBrk="1" latinLnBrk="0" hangingPunct="1">
              <a:lnSpc>
                <a:spcPct val="120000"/>
              </a:lnSpc>
              <a:spcBef>
                <a:spcPts val="1000"/>
              </a:spcBef>
              <a:buSzPct val="80000"/>
              <a:buFont typeface="Arial" panose="020B0604020202020204" pitchFamily="34" charset="0"/>
              <a:buNone/>
              <a:defRPr sz="2400" kern="1200" spc="100" baseline="0">
                <a:solidFill>
                  <a:schemeClr val="tx2">
                    <a:alpha val="85000"/>
                  </a:schemeClr>
                </a:solidFill>
                <a:latin typeface="+mn-lt"/>
                <a:ea typeface="+mn-ea"/>
                <a:cs typeface="+mn-cs"/>
              </a:defRPr>
            </a:lvl1pPr>
            <a:lvl2pPr marL="274320" indent="0" algn="ctr" defTabSz="914400" rtl="0" eaLnBrk="1" latinLnBrk="0" hangingPunct="1">
              <a:lnSpc>
                <a:spcPct val="120000"/>
              </a:lnSpc>
              <a:spcBef>
                <a:spcPts val="500"/>
              </a:spcBef>
              <a:buFont typeface="Arial" panose="020B0604020202020204" pitchFamily="34" charset="0"/>
              <a:buNone/>
              <a:defRPr sz="1800" b="1" kern="1200" spc="100" baseline="0">
                <a:solidFill>
                  <a:schemeClr val="tx2">
                    <a:alpha val="85000"/>
                  </a:schemeClr>
                </a:solidFill>
                <a:latin typeface="+mn-lt"/>
                <a:ea typeface="+mn-ea"/>
                <a:cs typeface="+mn-cs"/>
              </a:defRPr>
            </a:lvl2pPr>
            <a:lvl3pPr marL="228600" indent="0" algn="ctr" defTabSz="914400" rtl="0" eaLnBrk="1" latinLnBrk="0" hangingPunct="1">
              <a:lnSpc>
                <a:spcPct val="120000"/>
              </a:lnSpc>
              <a:spcBef>
                <a:spcPts val="500"/>
              </a:spcBef>
              <a:buFont typeface="Arial" panose="020B0604020202020204" pitchFamily="34" charset="0"/>
              <a:buNone/>
              <a:defRPr sz="1800" kern="1200" spc="100" baseline="0">
                <a:solidFill>
                  <a:schemeClr val="tx2">
                    <a:alpha val="85000"/>
                  </a:schemeClr>
                </a:solidFill>
                <a:latin typeface="+mn-lt"/>
                <a:ea typeface="+mn-ea"/>
                <a:cs typeface="+mn-cs"/>
              </a:defRPr>
            </a:lvl3pPr>
            <a:lvl4pPr marL="640080" indent="0" algn="ctr"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685800" indent="0" algn="ctr" defTabSz="914400" rtl="0" eaLnBrk="1" latinLnBrk="0" hangingPunct="1">
              <a:lnSpc>
                <a:spcPct val="120000"/>
              </a:lnSpc>
              <a:spcBef>
                <a:spcPts val="500"/>
              </a:spcBef>
              <a:buSzPct val="80000"/>
              <a:buFont typeface="Arial" panose="020B0604020202020204" pitchFamily="34" charset="0"/>
              <a:buNone/>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Lab Testing</a:t>
            </a:r>
          </a:p>
          <a:p>
            <a:pPr marL="342900" indent="-342900">
              <a:buFont typeface="Arial" panose="020B0604020202020204" pitchFamily="34" charset="0"/>
              <a:buChar char="•"/>
            </a:pPr>
            <a:r>
              <a:rPr lang="en-US"/>
              <a:t>Fast and effective, but requires the tree to be cut, which harms the tree [3][4].</a:t>
            </a:r>
          </a:p>
        </p:txBody>
      </p:sp>
    </p:spTree>
    <p:extLst>
      <p:ext uri="{BB962C8B-B14F-4D97-AF65-F5344CB8AC3E}">
        <p14:creationId xmlns:p14="http://schemas.microsoft.com/office/powerpoint/2010/main" val="3101933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D09F-B3D9-43B0-A67F-A687A64D3DAD}"/>
              </a:ext>
            </a:extLst>
          </p:cNvPr>
          <p:cNvSpPr>
            <a:spLocks noGrp="1"/>
          </p:cNvSpPr>
          <p:nvPr>
            <p:ph type="title"/>
          </p:nvPr>
        </p:nvSpPr>
        <p:spPr>
          <a:xfrm>
            <a:off x="838200" y="662427"/>
            <a:ext cx="10515600" cy="819738"/>
          </a:xfrm>
        </p:spPr>
        <p:txBody>
          <a:bodyPr/>
          <a:lstStyle/>
          <a:p>
            <a:r>
              <a:rPr lang="en-US"/>
              <a:t>Competitive advantages</a:t>
            </a:r>
          </a:p>
        </p:txBody>
      </p:sp>
      <p:sp>
        <p:nvSpPr>
          <p:cNvPr id="22" name="Slide Number Placeholder 21">
            <a:extLst>
              <a:ext uri="{FF2B5EF4-FFF2-40B4-BE49-F238E27FC236}">
                <a16:creationId xmlns:a16="http://schemas.microsoft.com/office/drawing/2014/main" id="{526602CE-71BA-46A4-8EEE-854AA75206DC}"/>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5</a:t>
            </a:fld>
            <a:endParaRPr lang="en-US"/>
          </a:p>
        </p:txBody>
      </p:sp>
      <p:sp>
        <p:nvSpPr>
          <p:cNvPr id="4" name="Content Placeholder 3">
            <a:extLst>
              <a:ext uri="{FF2B5EF4-FFF2-40B4-BE49-F238E27FC236}">
                <a16:creationId xmlns:a16="http://schemas.microsoft.com/office/drawing/2014/main" id="{52E4C140-9CE1-0131-DC55-6EB2A947D711}"/>
              </a:ext>
            </a:extLst>
          </p:cNvPr>
          <p:cNvSpPr>
            <a:spLocks noGrp="1"/>
          </p:cNvSpPr>
          <p:nvPr>
            <p:ph idx="1"/>
          </p:nvPr>
        </p:nvSpPr>
        <p:spPr/>
        <p:txBody>
          <a:bodyPr vert="horz" lIns="91440" tIns="45720" rIns="91440" bIns="45720" rtlCol="0">
            <a:normAutofit/>
          </a:bodyPr>
          <a:lstStyle/>
          <a:p>
            <a:r>
              <a:rPr lang="en-US">
                <a:latin typeface="Dante"/>
                <a:ea typeface="Calibri"/>
                <a:cs typeface="Arial"/>
              </a:rPr>
              <a:t>Catches disease earlier than manual methods</a:t>
            </a:r>
            <a:endParaRPr lang="en-US">
              <a:solidFill>
                <a:srgbClr val="E2D4CA">
                  <a:alpha val="85000"/>
                </a:srgbClr>
              </a:solidFill>
              <a:latin typeface="Dante"/>
              <a:ea typeface="Calibri"/>
              <a:cs typeface="Arial"/>
            </a:endParaRPr>
          </a:p>
          <a:p>
            <a:r>
              <a:rPr lang="en-US">
                <a:latin typeface="Dante"/>
                <a:ea typeface="Calibri"/>
                <a:cs typeface="Arial"/>
              </a:rPr>
              <a:t>More time efficient</a:t>
            </a:r>
            <a:endParaRPr lang="en-US">
              <a:solidFill>
                <a:srgbClr val="E2D4CA">
                  <a:alpha val="85000"/>
                </a:srgbClr>
              </a:solidFill>
              <a:latin typeface="Dante"/>
              <a:ea typeface="Calibri"/>
              <a:cs typeface="Arial"/>
            </a:endParaRPr>
          </a:p>
          <a:p>
            <a:r>
              <a:rPr lang="en-US">
                <a:latin typeface="Dante"/>
                <a:ea typeface="Calibri"/>
                <a:cs typeface="Arial"/>
              </a:rPr>
              <a:t>Inexpensive</a:t>
            </a:r>
            <a:endParaRPr lang="en-US">
              <a:solidFill>
                <a:srgbClr val="E2D4CA">
                  <a:alpha val="85000"/>
                </a:srgbClr>
              </a:solidFill>
              <a:latin typeface="Dante"/>
              <a:ea typeface="Calibri"/>
              <a:cs typeface="Arial"/>
            </a:endParaRPr>
          </a:p>
          <a:p>
            <a:r>
              <a:rPr lang="en-US">
                <a:latin typeface="Dante"/>
                <a:ea typeface="Calibri"/>
                <a:cs typeface="Arial"/>
              </a:rPr>
              <a:t>Data collection is nonintrusive</a:t>
            </a:r>
            <a:endParaRPr lang="en-US">
              <a:solidFill>
                <a:srgbClr val="E2D4CA">
                  <a:alpha val="85000"/>
                </a:srgbClr>
              </a:solidFill>
              <a:latin typeface="Dante"/>
              <a:ea typeface="Calibri"/>
              <a:cs typeface="Arial"/>
            </a:endParaRPr>
          </a:p>
          <a:p>
            <a:r>
              <a:rPr lang="en-US">
                <a:latin typeface="Dante"/>
                <a:ea typeface="Calibri"/>
                <a:cs typeface="Arial"/>
              </a:rPr>
              <a:t>Scalable</a:t>
            </a:r>
            <a:endParaRPr lang="en-US">
              <a:solidFill>
                <a:srgbClr val="E2D4CA">
                  <a:alpha val="85000"/>
                </a:srgbClr>
              </a:solidFill>
              <a:latin typeface="Dante"/>
              <a:ea typeface="Calibri"/>
              <a:cs typeface="Arial"/>
            </a:endParaRPr>
          </a:p>
          <a:p>
            <a:pPr marL="0" indent="0">
              <a:buNone/>
            </a:pPr>
            <a:endParaRPr lang="en-US"/>
          </a:p>
        </p:txBody>
      </p:sp>
    </p:spTree>
    <p:extLst>
      <p:ext uri="{BB962C8B-B14F-4D97-AF65-F5344CB8AC3E}">
        <p14:creationId xmlns:p14="http://schemas.microsoft.com/office/powerpoint/2010/main" val="1573938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5883CC-BAC8-A2A7-A3B2-ABF92F93D57D}"/>
              </a:ext>
            </a:extLst>
          </p:cNvPr>
          <p:cNvPicPr>
            <a:picLocks noChangeAspect="1"/>
          </p:cNvPicPr>
          <p:nvPr/>
        </p:nvPicPr>
        <p:blipFill>
          <a:blip r:embed="rId2"/>
          <a:srcRect/>
          <a:stretch>
            <a:fillRect/>
          </a:stretch>
        </p:blipFill>
        <p:spPr>
          <a:xfrm>
            <a:off x="620465" y="1060545"/>
            <a:ext cx="10708004" cy="5543455"/>
          </a:xfrm>
          <a:prstGeom prst="rect">
            <a:avLst/>
          </a:prstGeom>
          <a:solidFill>
            <a:schemeClr val="tx1"/>
          </a:solidFill>
        </p:spPr>
      </p:pic>
      <p:sp>
        <p:nvSpPr>
          <p:cNvPr id="5" name="TextBox 4">
            <a:extLst>
              <a:ext uri="{FF2B5EF4-FFF2-40B4-BE49-F238E27FC236}">
                <a16:creationId xmlns:a16="http://schemas.microsoft.com/office/drawing/2014/main" id="{8E438556-E3C9-CFE4-6A5C-30B31F1A9E98}"/>
              </a:ext>
            </a:extLst>
          </p:cNvPr>
          <p:cNvSpPr txBox="1"/>
          <p:nvPr/>
        </p:nvSpPr>
        <p:spPr>
          <a:xfrm>
            <a:off x="620465" y="254000"/>
            <a:ext cx="10708004" cy="707886"/>
          </a:xfrm>
          <a:prstGeom prst="rect">
            <a:avLst/>
          </a:prstGeom>
          <a:noFill/>
        </p:spPr>
        <p:txBody>
          <a:bodyPr wrap="square" lIns="91440" tIns="45720" rIns="91440" bIns="45720" rtlCol="0">
            <a:spAutoFit/>
          </a:bodyPr>
          <a:lstStyle/>
          <a:p>
            <a:pPr>
              <a:spcBef>
                <a:spcPct val="0"/>
              </a:spcBef>
            </a:pPr>
            <a:r>
              <a:rPr lang="en-US" sz="4000">
                <a:solidFill>
                  <a:schemeClr val="tx2">
                    <a:alpha val="75000"/>
                  </a:schemeClr>
                </a:solidFill>
                <a:latin typeface="+mj-lt"/>
                <a:ea typeface="+mj-ea"/>
                <a:cs typeface="+mj-cs"/>
              </a:rPr>
              <a:t>Unique Solution</a:t>
            </a:r>
            <a:endParaRPr lang="en-US">
              <a:solidFill>
                <a:schemeClr val="tx2">
                  <a:alpha val="75000"/>
                </a:schemeClr>
              </a:solidFill>
              <a:ea typeface="+mj-ea"/>
              <a:cs typeface="+mj-cs"/>
            </a:endParaRPr>
          </a:p>
        </p:txBody>
      </p:sp>
    </p:spTree>
    <p:extLst>
      <p:ext uri="{BB962C8B-B14F-4D97-AF65-F5344CB8AC3E}">
        <p14:creationId xmlns:p14="http://schemas.microsoft.com/office/powerpoint/2010/main" val="4227295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D1626DE-68BB-EBD0-A3D0-B2B5306E125E}"/>
              </a:ext>
            </a:extLst>
          </p:cNvPr>
          <p:cNvPicPr>
            <a:picLocks noChangeAspect="1"/>
          </p:cNvPicPr>
          <p:nvPr/>
        </p:nvPicPr>
        <p:blipFill>
          <a:blip r:embed="rId2"/>
          <a:stretch>
            <a:fillRect/>
          </a:stretch>
        </p:blipFill>
        <p:spPr>
          <a:xfrm>
            <a:off x="474191" y="928019"/>
            <a:ext cx="11243617" cy="5588000"/>
          </a:xfrm>
          <a:prstGeom prst="rect">
            <a:avLst/>
          </a:prstGeom>
        </p:spPr>
      </p:pic>
      <p:sp>
        <p:nvSpPr>
          <p:cNvPr id="3" name="TextBox 2">
            <a:extLst>
              <a:ext uri="{FF2B5EF4-FFF2-40B4-BE49-F238E27FC236}">
                <a16:creationId xmlns:a16="http://schemas.microsoft.com/office/drawing/2014/main" id="{C2EDC5CA-262B-1EC4-3268-F48E9B814594}"/>
              </a:ext>
            </a:extLst>
          </p:cNvPr>
          <p:cNvSpPr txBox="1"/>
          <p:nvPr/>
        </p:nvSpPr>
        <p:spPr>
          <a:xfrm>
            <a:off x="474191" y="220133"/>
            <a:ext cx="10905067" cy="707886"/>
          </a:xfrm>
          <a:prstGeom prst="rect">
            <a:avLst/>
          </a:prstGeom>
          <a:noFill/>
        </p:spPr>
        <p:txBody>
          <a:bodyPr wrap="square" rtlCol="0">
            <a:spAutoFit/>
          </a:bodyPr>
          <a:lstStyle/>
          <a:p>
            <a:pPr>
              <a:spcBef>
                <a:spcPct val="0"/>
              </a:spcBef>
            </a:pPr>
            <a:r>
              <a:rPr lang="en-US" sz="4000">
                <a:solidFill>
                  <a:schemeClr val="tx2">
                    <a:alpha val="75000"/>
                  </a:schemeClr>
                </a:solidFill>
                <a:latin typeface="+mj-lt"/>
                <a:ea typeface="+mj-ea"/>
                <a:cs typeface="+mj-cs"/>
              </a:rPr>
              <a:t>System Diagram</a:t>
            </a:r>
          </a:p>
        </p:txBody>
      </p:sp>
    </p:spTree>
    <p:extLst>
      <p:ext uri="{BB962C8B-B14F-4D97-AF65-F5344CB8AC3E}">
        <p14:creationId xmlns:p14="http://schemas.microsoft.com/office/powerpoint/2010/main" val="3972807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3FEFB-C043-99C3-8D63-016B271649C2}"/>
              </a:ext>
            </a:extLst>
          </p:cNvPr>
          <p:cNvSpPr>
            <a:spLocks noGrp="1"/>
          </p:cNvSpPr>
          <p:nvPr>
            <p:ph type="title"/>
          </p:nvPr>
        </p:nvSpPr>
        <p:spPr>
          <a:xfrm>
            <a:off x="838200" y="335479"/>
            <a:ext cx="10515600" cy="819738"/>
          </a:xfrm>
        </p:spPr>
        <p:txBody>
          <a:bodyPr/>
          <a:lstStyle/>
          <a:p>
            <a:r>
              <a:rPr lang="en-US">
                <a:solidFill>
                  <a:srgbClr val="E2D4CA">
                    <a:alpha val="75000"/>
                  </a:srgbClr>
                </a:solidFill>
              </a:rPr>
              <a:t>Features</a:t>
            </a:r>
            <a:endParaRPr lang="en-US"/>
          </a:p>
        </p:txBody>
      </p:sp>
      <p:graphicFrame>
        <p:nvGraphicFramePr>
          <p:cNvPr id="7" name="Content Placeholder 6">
            <a:extLst>
              <a:ext uri="{FF2B5EF4-FFF2-40B4-BE49-F238E27FC236}">
                <a16:creationId xmlns:a16="http://schemas.microsoft.com/office/drawing/2014/main" id="{9BBD0F8A-4286-97C2-6C03-2C2265C24615}"/>
              </a:ext>
            </a:extLst>
          </p:cNvPr>
          <p:cNvGraphicFramePr>
            <a:graphicFrameLocks noGrp="1"/>
          </p:cNvGraphicFramePr>
          <p:nvPr>
            <p:ph idx="1"/>
            <p:extLst>
              <p:ext uri="{D42A27DB-BD31-4B8C-83A1-F6EECF244321}">
                <p14:modId xmlns:p14="http://schemas.microsoft.com/office/powerpoint/2010/main" val="1829471217"/>
              </p:ext>
            </p:extLst>
          </p:nvPr>
        </p:nvGraphicFramePr>
        <p:xfrm>
          <a:off x="838200" y="1364191"/>
          <a:ext cx="10515600" cy="4545541"/>
        </p:xfrm>
        <a:graphic>
          <a:graphicData uri="http://schemas.openxmlformats.org/drawingml/2006/table">
            <a:tbl>
              <a:tblPr firstRow="1" firstCol="1">
                <a:tableStyleId>{5C22544A-7EE6-4342-B048-85BDC9FD1C3A}</a:tableStyleId>
              </a:tblPr>
              <a:tblGrid>
                <a:gridCol w="10515600">
                  <a:extLst>
                    <a:ext uri="{9D8B030D-6E8A-4147-A177-3AD203B41FA5}">
                      <a16:colId xmlns:a16="http://schemas.microsoft.com/office/drawing/2014/main" val="2345156630"/>
                    </a:ext>
                  </a:extLst>
                </a:gridCol>
              </a:tblGrid>
              <a:tr h="4545541">
                <a:tc>
                  <a:txBody>
                    <a:bodyPr/>
                    <a:lstStyle/>
                    <a:p>
                      <a:pPr marL="0" marR="0" algn="just" hangingPunct="0">
                        <a:lnSpc>
                          <a:spcPct val="107000"/>
                        </a:lnSpc>
                        <a:spcAft>
                          <a:spcPts val="1200"/>
                        </a:spcAft>
                        <a:buNone/>
                      </a:pPr>
                      <a:r>
                        <a:rPr lang="en-US" sz="2400" kern="800">
                          <a:effectLst/>
                        </a:rPr>
                        <a:t>1. The system must run for at least an hour, covering a large area with regulated power.</a:t>
                      </a:r>
                    </a:p>
                    <a:p>
                      <a:pPr marL="0" marR="0" algn="just" hangingPunct="0">
                        <a:lnSpc>
                          <a:spcPct val="107000"/>
                        </a:lnSpc>
                        <a:spcAft>
                          <a:spcPts val="1200"/>
                        </a:spcAft>
                        <a:buNone/>
                      </a:pPr>
                      <a:r>
                        <a:rPr lang="en-US" sz="2400" kern="800">
                          <a:effectLst/>
                        </a:rPr>
                        <a:t>2. The system has precise and reliable human detection that can be done in a timely manner.</a:t>
                      </a:r>
                    </a:p>
                    <a:p>
                      <a:pPr marL="0" marR="0" algn="just" hangingPunct="0">
                        <a:spcAft>
                          <a:spcPts val="1200"/>
                        </a:spcAft>
                        <a:buNone/>
                      </a:pPr>
                      <a:r>
                        <a:rPr lang="en-US" sz="2400" kern="800">
                          <a:effectLst/>
                        </a:rPr>
                        <a:t>3. The system has precise localization and can maintain proper orientation.</a:t>
                      </a:r>
                    </a:p>
                    <a:p>
                      <a:pPr marL="0" marR="0" algn="just" hangingPunct="0">
                        <a:spcAft>
                          <a:spcPts val="1200"/>
                        </a:spcAft>
                        <a:buNone/>
                      </a:pPr>
                      <a:r>
                        <a:rPr lang="en-US" sz="2400" kern="800">
                          <a:effectLst/>
                        </a:rPr>
                        <a:t>4. The system does not run into obstacles and maintains proper following distance from the operator.</a:t>
                      </a:r>
                    </a:p>
                    <a:p>
                      <a:pPr marL="0" marR="0" algn="just" hangingPunct="0">
                        <a:lnSpc>
                          <a:spcPct val="107000"/>
                        </a:lnSpc>
                        <a:spcAft>
                          <a:spcPts val="1200"/>
                        </a:spcAft>
                        <a:buNone/>
                      </a:pPr>
                      <a:r>
                        <a:rPr lang="en-US" sz="2400" kern="800">
                          <a:effectLst/>
                        </a:rPr>
                        <a:t>5. The system must be able to travel across terrain that is expected in a forest including stumps, exposed tree roots, overhanging branches and vines, mild slopes, mud, leaf litter, and debris.</a:t>
                      </a:r>
                    </a:p>
                    <a:p>
                      <a:pPr marL="0" marR="0" algn="just" hangingPunct="0">
                        <a:spcAft>
                          <a:spcPts val="1200"/>
                        </a:spcAft>
                        <a:buNone/>
                      </a:pPr>
                      <a:r>
                        <a:rPr lang="en-US" sz="1500" kern="800">
                          <a:effectLst/>
                        </a:rPr>
                        <a:t> </a:t>
                      </a:r>
                      <a:endParaRPr lang="en-US" sz="1500" kern="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87612574"/>
                  </a:ext>
                </a:extLst>
              </a:tr>
            </a:tbl>
          </a:graphicData>
        </a:graphic>
      </p:graphicFrame>
      <p:sp>
        <p:nvSpPr>
          <p:cNvPr id="6" name="Slide Number Placeholder 5">
            <a:extLst>
              <a:ext uri="{FF2B5EF4-FFF2-40B4-BE49-F238E27FC236}">
                <a16:creationId xmlns:a16="http://schemas.microsoft.com/office/drawing/2014/main" id="{703400AA-3F0C-40F8-1D7E-D41BBC779EE9}"/>
              </a:ext>
            </a:extLst>
          </p:cNvPr>
          <p:cNvSpPr>
            <a:spLocks noGrp="1"/>
          </p:cNvSpPr>
          <p:nvPr>
            <p:ph type="sldNum" sz="quarter" idx="4"/>
          </p:nvPr>
        </p:nvSpPr>
        <p:spPr/>
        <p:txBody>
          <a:bodyPr/>
          <a:lstStyle/>
          <a:p>
            <a:fld id="{AE208ADF-3ADD-483D-A721-14E3EEE2C135}" type="slidenum">
              <a:rPr lang="en-US" smtClean="0"/>
              <a:pPr/>
              <a:t>8</a:t>
            </a:fld>
            <a:endParaRPr lang="en-US"/>
          </a:p>
        </p:txBody>
      </p:sp>
    </p:spTree>
    <p:extLst>
      <p:ext uri="{BB962C8B-B14F-4D97-AF65-F5344CB8AC3E}">
        <p14:creationId xmlns:p14="http://schemas.microsoft.com/office/powerpoint/2010/main" val="30615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17164-EC2A-354C-B6FE-C79F52E6FAAC}"/>
              </a:ext>
            </a:extLst>
          </p:cNvPr>
          <p:cNvSpPr>
            <a:spLocks noGrp="1"/>
          </p:cNvSpPr>
          <p:nvPr>
            <p:ph type="title"/>
          </p:nvPr>
        </p:nvSpPr>
        <p:spPr>
          <a:xfrm>
            <a:off x="258792" y="0"/>
            <a:ext cx="10515600" cy="819738"/>
          </a:xfrm>
        </p:spPr>
        <p:txBody>
          <a:bodyPr/>
          <a:lstStyle/>
          <a:p>
            <a:r>
              <a:rPr lang="en-US">
                <a:solidFill>
                  <a:srgbClr val="E2D4CA">
                    <a:alpha val="75000"/>
                  </a:srgbClr>
                </a:solidFill>
              </a:rPr>
              <a:t>Constraints</a:t>
            </a:r>
            <a:endParaRPr lang="en-US"/>
          </a:p>
        </p:txBody>
      </p:sp>
      <p:sp>
        <p:nvSpPr>
          <p:cNvPr id="6" name="Slide Number Placeholder 5">
            <a:extLst>
              <a:ext uri="{FF2B5EF4-FFF2-40B4-BE49-F238E27FC236}">
                <a16:creationId xmlns:a16="http://schemas.microsoft.com/office/drawing/2014/main" id="{6284FA3E-5E45-D55E-84E6-D5F40EBEB703}"/>
              </a:ext>
            </a:extLst>
          </p:cNvPr>
          <p:cNvSpPr>
            <a:spLocks noGrp="1"/>
          </p:cNvSpPr>
          <p:nvPr>
            <p:ph type="sldNum" sz="quarter" idx="4"/>
          </p:nvPr>
        </p:nvSpPr>
        <p:spPr/>
        <p:txBody>
          <a:bodyPr/>
          <a:lstStyle/>
          <a:p>
            <a:fld id="{AE208ADF-3ADD-483D-A721-14E3EEE2C135}" type="slidenum">
              <a:rPr lang="en-US" smtClean="0"/>
              <a:pPr/>
              <a:t>9</a:t>
            </a:fld>
            <a:endParaRPr lang="en-US"/>
          </a:p>
        </p:txBody>
      </p:sp>
      <p:graphicFrame>
        <p:nvGraphicFramePr>
          <p:cNvPr id="12" name="Table 11">
            <a:extLst>
              <a:ext uri="{FF2B5EF4-FFF2-40B4-BE49-F238E27FC236}">
                <a16:creationId xmlns:a16="http://schemas.microsoft.com/office/drawing/2014/main" id="{92CFB804-FAE2-C34E-3327-8C3A5DD9FC9D}"/>
              </a:ext>
            </a:extLst>
          </p:cNvPr>
          <p:cNvGraphicFramePr>
            <a:graphicFrameLocks noGrp="1"/>
          </p:cNvGraphicFramePr>
          <p:nvPr>
            <p:extLst>
              <p:ext uri="{D42A27DB-BD31-4B8C-83A1-F6EECF244321}">
                <p14:modId xmlns:p14="http://schemas.microsoft.com/office/powerpoint/2010/main" val="3033959868"/>
              </p:ext>
            </p:extLst>
          </p:nvPr>
        </p:nvGraphicFramePr>
        <p:xfrm>
          <a:off x="263594" y="747783"/>
          <a:ext cx="11669613" cy="5791129"/>
        </p:xfrm>
        <a:graphic>
          <a:graphicData uri="http://schemas.openxmlformats.org/drawingml/2006/table">
            <a:tbl>
              <a:tblPr firstRow="1" bandRow="1">
                <a:tableStyleId>{5C22544A-7EE6-4342-B048-85BDC9FD1C3A}</a:tableStyleId>
              </a:tblPr>
              <a:tblGrid>
                <a:gridCol w="3889871">
                  <a:extLst>
                    <a:ext uri="{9D8B030D-6E8A-4147-A177-3AD203B41FA5}">
                      <a16:colId xmlns:a16="http://schemas.microsoft.com/office/drawing/2014/main" val="1056834758"/>
                    </a:ext>
                  </a:extLst>
                </a:gridCol>
                <a:gridCol w="3889871">
                  <a:extLst>
                    <a:ext uri="{9D8B030D-6E8A-4147-A177-3AD203B41FA5}">
                      <a16:colId xmlns:a16="http://schemas.microsoft.com/office/drawing/2014/main" val="1167222059"/>
                    </a:ext>
                  </a:extLst>
                </a:gridCol>
                <a:gridCol w="3889871">
                  <a:extLst>
                    <a:ext uri="{9D8B030D-6E8A-4147-A177-3AD203B41FA5}">
                      <a16:colId xmlns:a16="http://schemas.microsoft.com/office/drawing/2014/main" val="720688264"/>
                    </a:ext>
                  </a:extLst>
                </a:gridCol>
              </a:tblGrid>
              <a:tr h="306892">
                <a:tc>
                  <a:txBody>
                    <a:bodyPr/>
                    <a:lstStyle/>
                    <a:p>
                      <a:pPr algn="ctr"/>
                      <a:r>
                        <a:rPr lang="en-US"/>
                        <a:t>Type</a:t>
                      </a:r>
                    </a:p>
                  </a:txBody>
                  <a:tcPr/>
                </a:tc>
                <a:tc>
                  <a:txBody>
                    <a:bodyPr/>
                    <a:lstStyle/>
                    <a:p>
                      <a:pPr algn="ctr"/>
                      <a:r>
                        <a:rPr lang="en-US"/>
                        <a:t>Name</a:t>
                      </a:r>
                    </a:p>
                  </a:txBody>
                  <a:tcPr/>
                </a:tc>
                <a:tc>
                  <a:txBody>
                    <a:bodyPr/>
                    <a:lstStyle/>
                    <a:p>
                      <a:pPr algn="ctr"/>
                      <a:r>
                        <a:rPr lang="en-US"/>
                        <a:t>Description</a:t>
                      </a:r>
                    </a:p>
                  </a:txBody>
                  <a:tcPr/>
                </a:tc>
                <a:extLst>
                  <a:ext uri="{0D108BD9-81ED-4DB2-BD59-A6C34878D82A}">
                    <a16:rowId xmlns:a16="http://schemas.microsoft.com/office/drawing/2014/main" val="2515672399"/>
                  </a:ext>
                </a:extLst>
              </a:tr>
              <a:tr h="997400">
                <a:tc>
                  <a:txBody>
                    <a:bodyPr/>
                    <a:lstStyle/>
                    <a:p>
                      <a:r>
                        <a:rPr lang="en-US" sz="1800" kern="1200">
                          <a:solidFill>
                            <a:schemeClr val="dk1"/>
                          </a:solidFill>
                          <a:effectLst/>
                          <a:latin typeface="+mn-lt"/>
                          <a:ea typeface="+mn-ea"/>
                          <a:cs typeface="+mn-cs"/>
                        </a:rPr>
                        <a:t>Environmental </a:t>
                      </a:r>
                      <a:endParaRPr lang="en-US"/>
                    </a:p>
                  </a:txBody>
                  <a:tcPr/>
                </a:tc>
                <a:tc>
                  <a:txBody>
                    <a:bodyPr/>
                    <a:lstStyle/>
                    <a:p>
                      <a:r>
                        <a:rPr lang="en-US"/>
                        <a:t>Weather</a:t>
                      </a:r>
                    </a:p>
                  </a:txBody>
                  <a:tcPr/>
                </a:tc>
                <a:tc>
                  <a:txBody>
                    <a:bodyPr/>
                    <a:lstStyle/>
                    <a:p>
                      <a:r>
                        <a:rPr lang="en-US" sz="1800" kern="1200">
                          <a:solidFill>
                            <a:schemeClr val="dk1"/>
                          </a:solidFill>
                          <a:effectLst/>
                          <a:latin typeface="+mn-lt"/>
                          <a:ea typeface="+mn-ea"/>
                          <a:cs typeface="+mn-cs"/>
                        </a:rPr>
                        <a:t>The Forest Buddy must operate in windspeeds of 10 mph and rainfall rates of 1mm of rainfall per minute per 10 minutes when tilted up to 15°.</a:t>
                      </a:r>
                      <a:endParaRPr lang="en-US"/>
                    </a:p>
                  </a:txBody>
                  <a:tcPr/>
                </a:tc>
                <a:extLst>
                  <a:ext uri="{0D108BD9-81ED-4DB2-BD59-A6C34878D82A}">
                    <a16:rowId xmlns:a16="http://schemas.microsoft.com/office/drawing/2014/main" val="85798592"/>
                  </a:ext>
                </a:extLst>
              </a:tr>
              <a:tr h="920677">
                <a:tc>
                  <a:txBody>
                    <a:bodyPr/>
                    <a:lstStyle/>
                    <a:p>
                      <a:r>
                        <a:rPr lang="en-US" sz="1800" kern="1200">
                          <a:solidFill>
                            <a:schemeClr val="dk1"/>
                          </a:solidFill>
                          <a:effectLst/>
                          <a:latin typeface="+mn-lt"/>
                          <a:ea typeface="+mn-ea"/>
                          <a:cs typeface="+mn-cs"/>
                        </a:rPr>
                        <a:t>Environmental </a:t>
                      </a:r>
                      <a:endParaRPr lang="en-US"/>
                    </a:p>
                  </a:txBody>
                  <a:tcPr/>
                </a:tc>
                <a:tc>
                  <a:txBody>
                    <a:bodyPr/>
                    <a:lstStyle/>
                    <a:p>
                      <a:r>
                        <a:rPr lang="en-US"/>
                        <a:t>Terrain</a:t>
                      </a:r>
                    </a:p>
                  </a:txBody>
                  <a:tcPr/>
                </a:tc>
                <a:tc>
                  <a:txBody>
                    <a:bodyPr/>
                    <a:lstStyle/>
                    <a:p>
                      <a:pPr marL="0" marR="0" algn="l" defTabSz="914400" rtl="0" eaLnBrk="1" latinLnBrk="0" hangingPunct="1">
                        <a:spcAft>
                          <a:spcPts val="1200"/>
                        </a:spcAft>
                        <a:buNone/>
                      </a:pPr>
                      <a:r>
                        <a:rPr lang="en-US" sz="1800" kern="1200">
                          <a:solidFill>
                            <a:schemeClr val="dk1"/>
                          </a:solidFill>
                          <a:effectLst/>
                          <a:latin typeface="+mn-lt"/>
                          <a:ea typeface="+mn-ea"/>
                          <a:cs typeface="+mn-cs"/>
                        </a:rPr>
                        <a:t>Forest Buddy must operate in forested environments with a 20% grade and maneuver in broken ground of up to 2” in height.</a:t>
                      </a:r>
                    </a:p>
                  </a:txBody>
                  <a:tcPr marL="68580" marR="68580" marT="0" marB="0"/>
                </a:tc>
                <a:extLst>
                  <a:ext uri="{0D108BD9-81ED-4DB2-BD59-A6C34878D82A}">
                    <a16:rowId xmlns:a16="http://schemas.microsoft.com/office/drawing/2014/main" val="1759351016"/>
                  </a:ext>
                </a:extLst>
              </a:tr>
              <a:tr h="1227569">
                <a:tc>
                  <a:txBody>
                    <a:bodyPr/>
                    <a:lstStyle/>
                    <a:p>
                      <a:r>
                        <a:rPr lang="en-US" sz="1800" kern="1200">
                          <a:solidFill>
                            <a:schemeClr val="dk1"/>
                          </a:solidFill>
                          <a:effectLst/>
                          <a:latin typeface="+mn-lt"/>
                          <a:ea typeface="+mn-ea"/>
                          <a:cs typeface="+mn-cs"/>
                        </a:rPr>
                        <a:t>Environmental </a:t>
                      </a:r>
                      <a:endParaRPr lang="en-US"/>
                    </a:p>
                  </a:txBody>
                  <a:tcPr/>
                </a:tc>
                <a:tc>
                  <a:txBody>
                    <a:bodyPr/>
                    <a:lstStyle/>
                    <a:p>
                      <a:r>
                        <a:rPr lang="en-US"/>
                        <a:t>Obstacles</a:t>
                      </a:r>
                    </a:p>
                  </a:txBody>
                  <a:tcPr/>
                </a:tc>
                <a:tc>
                  <a:txBody>
                    <a:bodyPr/>
                    <a:lstStyle/>
                    <a:p>
                      <a:r>
                        <a:rPr lang="en-US" sz="1800" kern="1200">
                          <a:solidFill>
                            <a:schemeClr val="dk1"/>
                          </a:solidFill>
                          <a:effectLst/>
                          <a:latin typeface="+mn-lt"/>
                          <a:ea typeface="+mn-ea"/>
                          <a:cs typeface="+mn-cs"/>
                        </a:rPr>
                        <a:t>Forest Buddy must be able to drive over small debris typical of a forest environment. Including rocks, roots, sticks, limbs, leaves of up to 5” in height.</a:t>
                      </a:r>
                      <a:endParaRPr lang="en-US"/>
                    </a:p>
                  </a:txBody>
                  <a:tcPr/>
                </a:tc>
                <a:extLst>
                  <a:ext uri="{0D108BD9-81ED-4DB2-BD59-A6C34878D82A}">
                    <a16:rowId xmlns:a16="http://schemas.microsoft.com/office/drawing/2014/main" val="1758694233"/>
                  </a:ext>
                </a:extLst>
              </a:tr>
              <a:tr h="767231">
                <a:tc>
                  <a:txBody>
                    <a:bodyPr/>
                    <a:lstStyle/>
                    <a:p>
                      <a:r>
                        <a:rPr lang="en-US"/>
                        <a:t>Safety</a:t>
                      </a:r>
                    </a:p>
                  </a:txBody>
                  <a:tcPr/>
                </a:tc>
                <a:tc>
                  <a:txBody>
                    <a:bodyPr/>
                    <a:lstStyle/>
                    <a:p>
                      <a:r>
                        <a:rPr lang="en-US"/>
                        <a:t>E-Stop</a:t>
                      </a:r>
                    </a:p>
                  </a:txBody>
                  <a:tcPr/>
                </a:tc>
                <a:tc>
                  <a:txBody>
                    <a:bodyPr/>
                    <a:lstStyle/>
                    <a:p>
                      <a:r>
                        <a:rPr lang="en-US" sz="1800" kern="1200">
                          <a:solidFill>
                            <a:schemeClr val="dk1"/>
                          </a:solidFill>
                          <a:effectLst/>
                          <a:latin typeface="+mn-lt"/>
                          <a:ea typeface="+mn-ea"/>
                          <a:cs typeface="+mn-cs"/>
                        </a:rPr>
                        <a:t>The rover must have a physical E- Stop button that stops all motor movement within 1 second of being pressed.</a:t>
                      </a:r>
                      <a:endParaRPr lang="en-US"/>
                    </a:p>
                  </a:txBody>
                  <a:tcPr/>
                </a:tc>
                <a:extLst>
                  <a:ext uri="{0D108BD9-81ED-4DB2-BD59-A6C34878D82A}">
                    <a16:rowId xmlns:a16="http://schemas.microsoft.com/office/drawing/2014/main" val="2602221320"/>
                  </a:ext>
                </a:extLst>
              </a:tr>
              <a:tr h="997400">
                <a:tc>
                  <a:txBody>
                    <a:bodyPr/>
                    <a:lstStyle/>
                    <a:p>
                      <a:r>
                        <a:rPr lang="en-US"/>
                        <a:t>Functionality</a:t>
                      </a:r>
                    </a:p>
                  </a:txBody>
                  <a:tcPr/>
                </a:tc>
                <a:tc>
                  <a:txBody>
                    <a:bodyPr/>
                    <a:lstStyle/>
                    <a:p>
                      <a:r>
                        <a:rPr lang="en-US"/>
                        <a:t>Width</a:t>
                      </a:r>
                    </a:p>
                  </a:txBody>
                  <a:tcPr/>
                </a:tc>
                <a:tc>
                  <a:txBody>
                    <a:bodyPr/>
                    <a:lstStyle/>
                    <a:p>
                      <a:r>
                        <a:rPr lang="en-US" sz="1800" kern="1200">
                          <a:solidFill>
                            <a:schemeClr val="dk1"/>
                          </a:solidFill>
                          <a:effectLst/>
                          <a:latin typeface="+mn-lt"/>
                          <a:ea typeface="+mn-ea"/>
                          <a:cs typeface="+mn-cs"/>
                        </a:rPr>
                        <a:t>Forested lands often include trees that are 5’ – 10’ apart so the rover must be able to maneuver in between these trees.</a:t>
                      </a:r>
                      <a:endParaRPr lang="en-US"/>
                    </a:p>
                  </a:txBody>
                  <a:tcPr/>
                </a:tc>
                <a:extLst>
                  <a:ext uri="{0D108BD9-81ED-4DB2-BD59-A6C34878D82A}">
                    <a16:rowId xmlns:a16="http://schemas.microsoft.com/office/drawing/2014/main" val="3224631061"/>
                  </a:ext>
                </a:extLst>
              </a:tr>
            </a:tbl>
          </a:graphicData>
        </a:graphic>
      </p:graphicFrame>
    </p:spTree>
    <p:extLst>
      <p:ext uri="{BB962C8B-B14F-4D97-AF65-F5344CB8AC3E}">
        <p14:creationId xmlns:p14="http://schemas.microsoft.com/office/powerpoint/2010/main" val="4027525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0E2C5-F850-03DD-8783-213058CB4032}"/>
              </a:ext>
            </a:extLst>
          </p:cNvPr>
          <p:cNvSpPr>
            <a:spLocks noGrp="1"/>
          </p:cNvSpPr>
          <p:nvPr>
            <p:ph type="title"/>
          </p:nvPr>
        </p:nvSpPr>
        <p:spPr>
          <a:xfrm>
            <a:off x="838200" y="327678"/>
            <a:ext cx="10515600" cy="819738"/>
          </a:xfrm>
        </p:spPr>
        <p:txBody>
          <a:bodyPr/>
          <a:lstStyle/>
          <a:p>
            <a:r>
              <a:rPr lang="en-US"/>
              <a:t>Requirements</a:t>
            </a:r>
          </a:p>
        </p:txBody>
      </p:sp>
      <p:sp>
        <p:nvSpPr>
          <p:cNvPr id="6" name="Slide Number Placeholder 5">
            <a:extLst>
              <a:ext uri="{FF2B5EF4-FFF2-40B4-BE49-F238E27FC236}">
                <a16:creationId xmlns:a16="http://schemas.microsoft.com/office/drawing/2014/main" id="{D33AAD52-3AB1-0AF4-FB8E-17A0B297B7A1}"/>
              </a:ext>
            </a:extLst>
          </p:cNvPr>
          <p:cNvSpPr>
            <a:spLocks noGrp="1"/>
          </p:cNvSpPr>
          <p:nvPr>
            <p:ph type="sldNum" sz="quarter" idx="4"/>
          </p:nvPr>
        </p:nvSpPr>
        <p:spPr/>
        <p:txBody>
          <a:bodyPr/>
          <a:lstStyle/>
          <a:p>
            <a:fld id="{AE208ADF-3ADD-483D-A721-14E3EEE2C135}" type="slidenum">
              <a:rPr lang="en-US" smtClean="0"/>
              <a:pPr/>
              <a:t>10</a:t>
            </a:fld>
            <a:endParaRPr lang="en-US"/>
          </a:p>
        </p:txBody>
      </p:sp>
      <mc:AlternateContent xmlns:mc="http://schemas.openxmlformats.org/markup-compatibility/2006">
        <mc:Choice xmlns:a14="http://schemas.microsoft.com/office/drawing/2010/main" Requires="a14">
          <p:graphicFrame>
            <p:nvGraphicFramePr>
              <p:cNvPr id="19" name="Content Placeholder 18">
                <a:extLst>
                  <a:ext uri="{FF2B5EF4-FFF2-40B4-BE49-F238E27FC236}">
                    <a16:creationId xmlns:a16="http://schemas.microsoft.com/office/drawing/2014/main" id="{4355F4B8-D553-13AD-0479-3D9499F8CF8F}"/>
                  </a:ext>
                </a:extLst>
              </p:cNvPr>
              <p:cNvGraphicFramePr>
                <a:graphicFrameLocks noGrp="1"/>
              </p:cNvGraphicFramePr>
              <p:nvPr>
                <p:ph idx="1"/>
                <p:extLst>
                  <p:ext uri="{D42A27DB-BD31-4B8C-83A1-F6EECF244321}">
                    <p14:modId xmlns:p14="http://schemas.microsoft.com/office/powerpoint/2010/main" val="3164761713"/>
                  </p:ext>
                </p:extLst>
              </p:nvPr>
            </p:nvGraphicFramePr>
            <p:xfrm>
              <a:off x="838199" y="1251035"/>
              <a:ext cx="10676467" cy="4938098"/>
            </p:xfrm>
            <a:graphic>
              <a:graphicData uri="http://schemas.openxmlformats.org/drawingml/2006/table">
                <a:tbl>
                  <a:tblPr firstRow="1" firstCol="1">
                    <a:tableStyleId>{5C22544A-7EE6-4342-B048-85BDC9FD1C3A}</a:tableStyleId>
                  </a:tblPr>
                  <a:tblGrid>
                    <a:gridCol w="4137682">
                      <a:extLst>
                        <a:ext uri="{9D8B030D-6E8A-4147-A177-3AD203B41FA5}">
                          <a16:colId xmlns:a16="http://schemas.microsoft.com/office/drawing/2014/main" val="540781578"/>
                        </a:ext>
                      </a:extLst>
                    </a:gridCol>
                    <a:gridCol w="6538785">
                      <a:extLst>
                        <a:ext uri="{9D8B030D-6E8A-4147-A177-3AD203B41FA5}">
                          <a16:colId xmlns:a16="http://schemas.microsoft.com/office/drawing/2014/main" val="3585715311"/>
                        </a:ext>
                      </a:extLst>
                    </a:gridCol>
                  </a:tblGrid>
                  <a:tr h="250365">
                    <a:tc>
                      <a:txBody>
                        <a:bodyPr/>
                        <a:lstStyle/>
                        <a:p>
                          <a:pPr marL="0" marR="0" algn="ctr" hangingPunct="0">
                            <a:spcAft>
                              <a:spcPts val="1200"/>
                            </a:spcAft>
                            <a:buNone/>
                          </a:pPr>
                          <a:r>
                            <a:rPr lang="en-US" sz="1500" kern="800">
                              <a:effectLst/>
                            </a:rPr>
                            <a:t>Features</a:t>
                          </a:r>
                          <a:endParaRPr lang="en-US" sz="1500" kern="800">
                            <a:effectLst/>
                            <a:latin typeface="Times New Roman" panose="02020603050405020304" pitchFamily="18" charset="0"/>
                            <a:ea typeface="Times New Roman" panose="02020603050405020304" pitchFamily="18" charset="0"/>
                          </a:endParaRPr>
                        </a:p>
                      </a:txBody>
                      <a:tcPr marL="64514" marR="64514" marT="0" marB="0" anchor="ctr"/>
                    </a:tc>
                    <a:tc>
                      <a:txBody>
                        <a:bodyPr/>
                        <a:lstStyle/>
                        <a:p>
                          <a:pPr marL="0" marR="0" algn="ctr" hangingPunct="0">
                            <a:spcAft>
                              <a:spcPts val="1200"/>
                            </a:spcAft>
                            <a:buNone/>
                          </a:pPr>
                          <a:r>
                            <a:rPr lang="en-US" sz="1500" kern="800">
                              <a:effectLst/>
                            </a:rPr>
                            <a:t>System Design Requirements</a:t>
                          </a:r>
                          <a:endParaRPr lang="en-US" sz="1500" kern="800">
                            <a:effectLst/>
                            <a:latin typeface="Times New Roman" panose="02020603050405020304" pitchFamily="18" charset="0"/>
                            <a:ea typeface="Times New Roman" panose="02020603050405020304" pitchFamily="18" charset="0"/>
                          </a:endParaRPr>
                        </a:p>
                      </a:txBody>
                      <a:tcPr marL="64514" marR="64514" marT="0" marB="0" anchor="ctr"/>
                    </a:tc>
                    <a:extLst>
                      <a:ext uri="{0D108BD9-81ED-4DB2-BD59-A6C34878D82A}">
                        <a16:rowId xmlns:a16="http://schemas.microsoft.com/office/drawing/2014/main" val="567453452"/>
                      </a:ext>
                    </a:extLst>
                  </a:tr>
                  <a:tr h="1105624">
                    <a:tc>
                      <a:txBody>
                        <a:bodyPr/>
                        <a:lstStyle/>
                        <a:p>
                          <a:pPr marL="0" marR="0" algn="just" hangingPunct="0">
                            <a:spcAft>
                              <a:spcPts val="1200"/>
                            </a:spcAft>
                            <a:buNone/>
                          </a:pPr>
                          <a:r>
                            <a:rPr lang="en-US" sz="1500" b="0" kern="800">
                              <a:solidFill>
                                <a:schemeClr val="dk1"/>
                              </a:solidFill>
                              <a:effectLst/>
                              <a:latin typeface="+mn-lt"/>
                              <a:ea typeface="+mn-ea"/>
                              <a:cs typeface="+mn-cs"/>
                            </a:rPr>
                            <a:t>1 – Operational time</a:t>
                          </a:r>
                        </a:p>
                      </a:txBody>
                      <a:tcPr marL="64514" marR="64514" marT="0" marB="0">
                        <a:solidFill>
                          <a:schemeClr val="tx1">
                            <a:lumMod val="85000"/>
                          </a:schemeClr>
                        </a:solidFill>
                      </a:tcPr>
                    </a:tc>
                    <a:tc>
                      <a:txBody>
                        <a:bodyPr/>
                        <a:lstStyle/>
                        <a:p>
                          <a:pPr marL="0" marR="0" algn="just" hangingPunct="0">
                            <a:spcAft>
                              <a:spcPts val="1200"/>
                            </a:spcAft>
                            <a:buNone/>
                          </a:pPr>
                          <a:r>
                            <a:rPr lang="en-US" sz="1500" kern="800">
                              <a:effectLst/>
                            </a:rPr>
                            <a:t>The rover will maintain operational status for at least 60 minutes. Operational status is defined as being able to drive around and take samples as well as when it is stationary.</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3324988103"/>
                      </a:ext>
                    </a:extLst>
                  </a:tr>
                  <a:tr h="1015581">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2 – Human detection</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Computer vision must detect human subjects upon entering frame within 2 seconds.</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823680861"/>
                      </a:ext>
                    </a:extLst>
                  </a:tr>
                  <a:tr h="621216">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3 – Localization and orientation </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The IMU measurements are within </a:t>
                          </a:r>
                          <a14:m>
                            <m:oMath xmlns:m="http://schemas.openxmlformats.org/officeDocument/2006/math">
                              <m:r>
                                <a:rPr lang="en-US" sz="1500" kern="800">
                                  <a:effectLst/>
                                  <a:latin typeface="Cambria Math" panose="02040503050406030204" pitchFamily="18" charset="0"/>
                                </a:rPr>
                                <m:t>±</m:t>
                              </m:r>
                            </m:oMath>
                          </a14:m>
                          <a:r>
                            <a:rPr lang="en-US" sz="1500" kern="800">
                              <a:effectLst/>
                            </a:rPr>
                            <a:t> 5 degree of the rover's true orientation.</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695215684"/>
                      </a:ext>
                    </a:extLst>
                  </a:tr>
                  <a:tr h="1169839">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4 – Emergency stop</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The emergency stop must stop the rover 1 to 3 feet from a detected obstacle within 1 second. While it starts to ramp down once a object is detected at 5 feet.</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1727033845"/>
                      </a:ext>
                    </a:extLst>
                  </a:tr>
                  <a:tr h="775473">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5 – Movement around terrain</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The rover must be able to climb and descend an inclined 20% grade plane made of gravel or dirt.</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56569926"/>
                      </a:ext>
                    </a:extLst>
                  </a:tr>
                </a:tbl>
              </a:graphicData>
            </a:graphic>
          </p:graphicFrame>
        </mc:Choice>
        <mc:Fallback>
          <p:graphicFrame>
            <p:nvGraphicFramePr>
              <p:cNvPr id="19" name="Content Placeholder 18">
                <a:extLst>
                  <a:ext uri="{FF2B5EF4-FFF2-40B4-BE49-F238E27FC236}">
                    <a16:creationId xmlns:a16="http://schemas.microsoft.com/office/drawing/2014/main" id="{4355F4B8-D553-13AD-0479-3D9499F8CF8F}"/>
                  </a:ext>
                </a:extLst>
              </p:cNvPr>
              <p:cNvGraphicFramePr>
                <a:graphicFrameLocks noGrp="1"/>
              </p:cNvGraphicFramePr>
              <p:nvPr>
                <p:ph idx="1"/>
                <p:extLst>
                  <p:ext uri="{D42A27DB-BD31-4B8C-83A1-F6EECF244321}">
                    <p14:modId xmlns:p14="http://schemas.microsoft.com/office/powerpoint/2010/main" val="3164761713"/>
                  </p:ext>
                </p:extLst>
              </p:nvPr>
            </p:nvGraphicFramePr>
            <p:xfrm>
              <a:off x="838199" y="1251035"/>
              <a:ext cx="10676467" cy="4938098"/>
            </p:xfrm>
            <a:graphic>
              <a:graphicData uri="http://schemas.openxmlformats.org/drawingml/2006/table">
                <a:tbl>
                  <a:tblPr firstRow="1" firstCol="1">
                    <a:tableStyleId>{5C22544A-7EE6-4342-B048-85BDC9FD1C3A}</a:tableStyleId>
                  </a:tblPr>
                  <a:tblGrid>
                    <a:gridCol w="4137682">
                      <a:extLst>
                        <a:ext uri="{9D8B030D-6E8A-4147-A177-3AD203B41FA5}">
                          <a16:colId xmlns:a16="http://schemas.microsoft.com/office/drawing/2014/main" val="540781578"/>
                        </a:ext>
                      </a:extLst>
                    </a:gridCol>
                    <a:gridCol w="6538785">
                      <a:extLst>
                        <a:ext uri="{9D8B030D-6E8A-4147-A177-3AD203B41FA5}">
                          <a16:colId xmlns:a16="http://schemas.microsoft.com/office/drawing/2014/main" val="3585715311"/>
                        </a:ext>
                      </a:extLst>
                    </a:gridCol>
                  </a:tblGrid>
                  <a:tr h="250365">
                    <a:tc>
                      <a:txBody>
                        <a:bodyPr/>
                        <a:lstStyle/>
                        <a:p>
                          <a:pPr marL="0" marR="0" algn="ctr" hangingPunct="0">
                            <a:spcAft>
                              <a:spcPts val="1200"/>
                            </a:spcAft>
                            <a:buNone/>
                          </a:pPr>
                          <a:r>
                            <a:rPr lang="en-US" sz="1500" kern="800">
                              <a:effectLst/>
                            </a:rPr>
                            <a:t>Features</a:t>
                          </a:r>
                          <a:endParaRPr lang="en-US" sz="1500" kern="800">
                            <a:effectLst/>
                            <a:latin typeface="Times New Roman" panose="02020603050405020304" pitchFamily="18" charset="0"/>
                            <a:ea typeface="Times New Roman" panose="02020603050405020304" pitchFamily="18" charset="0"/>
                          </a:endParaRPr>
                        </a:p>
                      </a:txBody>
                      <a:tcPr marL="64514" marR="64514" marT="0" marB="0" anchor="ctr"/>
                    </a:tc>
                    <a:tc>
                      <a:txBody>
                        <a:bodyPr/>
                        <a:lstStyle/>
                        <a:p>
                          <a:pPr marL="0" marR="0" algn="ctr" hangingPunct="0">
                            <a:spcAft>
                              <a:spcPts val="1200"/>
                            </a:spcAft>
                            <a:buNone/>
                          </a:pPr>
                          <a:r>
                            <a:rPr lang="en-US" sz="1500" kern="800">
                              <a:effectLst/>
                            </a:rPr>
                            <a:t>System Design Requirements</a:t>
                          </a:r>
                          <a:endParaRPr lang="en-US" sz="1500" kern="800">
                            <a:effectLst/>
                            <a:latin typeface="Times New Roman" panose="02020603050405020304" pitchFamily="18" charset="0"/>
                            <a:ea typeface="Times New Roman" panose="02020603050405020304" pitchFamily="18" charset="0"/>
                          </a:endParaRPr>
                        </a:p>
                      </a:txBody>
                      <a:tcPr marL="64514" marR="64514" marT="0" marB="0" anchor="ctr"/>
                    </a:tc>
                    <a:extLst>
                      <a:ext uri="{0D108BD9-81ED-4DB2-BD59-A6C34878D82A}">
                        <a16:rowId xmlns:a16="http://schemas.microsoft.com/office/drawing/2014/main" val="567453452"/>
                      </a:ext>
                    </a:extLst>
                  </a:tr>
                  <a:tr h="1105624">
                    <a:tc>
                      <a:txBody>
                        <a:bodyPr/>
                        <a:lstStyle/>
                        <a:p>
                          <a:pPr marL="0" marR="0" algn="just" hangingPunct="0">
                            <a:spcAft>
                              <a:spcPts val="1200"/>
                            </a:spcAft>
                            <a:buNone/>
                          </a:pPr>
                          <a:r>
                            <a:rPr lang="en-US" sz="1500" b="0" kern="800">
                              <a:solidFill>
                                <a:schemeClr val="dk1"/>
                              </a:solidFill>
                              <a:effectLst/>
                              <a:latin typeface="+mn-lt"/>
                              <a:ea typeface="+mn-ea"/>
                              <a:cs typeface="+mn-cs"/>
                            </a:rPr>
                            <a:t>1 – Operational time</a:t>
                          </a:r>
                        </a:p>
                      </a:txBody>
                      <a:tcPr marL="64514" marR="64514" marT="0" marB="0">
                        <a:solidFill>
                          <a:schemeClr val="tx1">
                            <a:lumMod val="85000"/>
                          </a:schemeClr>
                        </a:solidFill>
                      </a:tcPr>
                    </a:tc>
                    <a:tc>
                      <a:txBody>
                        <a:bodyPr/>
                        <a:lstStyle/>
                        <a:p>
                          <a:pPr marL="0" marR="0" algn="just" hangingPunct="0">
                            <a:spcAft>
                              <a:spcPts val="1200"/>
                            </a:spcAft>
                            <a:buNone/>
                          </a:pPr>
                          <a:r>
                            <a:rPr lang="en-US" sz="1500" kern="800">
                              <a:effectLst/>
                            </a:rPr>
                            <a:t>The rover will maintain operational status for at least 60 minutes. Operational status is defined as being able to drive around and take samples as well as when it is stationary.</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3324988103"/>
                      </a:ext>
                    </a:extLst>
                  </a:tr>
                  <a:tr h="1015581">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2 – Human detection</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Computer vision must detect human subjects upon entering frame within 2 seconds.</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823680861"/>
                      </a:ext>
                    </a:extLst>
                  </a:tr>
                  <a:tr h="621216">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3 – Localization and orientation </a:t>
                          </a:r>
                        </a:p>
                      </a:txBody>
                      <a:tcPr marL="64514" marR="64514" marT="0" marB="0">
                        <a:solidFill>
                          <a:schemeClr val="tx1">
                            <a:lumMod val="85000"/>
                          </a:schemeClr>
                        </a:solidFill>
                      </a:tcPr>
                    </a:tc>
                    <a:tc>
                      <a:txBody>
                        <a:bodyPr/>
                        <a:lstStyle/>
                        <a:p>
                          <a:endParaRPr lang="en-US"/>
                        </a:p>
                      </a:txBody>
                      <a:tcPr marL="64514" marR="64514" marT="0" marB="0">
                        <a:blipFill>
                          <a:blip r:embed="rId2"/>
                          <a:stretch>
                            <a:fillRect l="-63374" t="-384466" r="-466" b="-311650"/>
                          </a:stretch>
                        </a:blipFill>
                      </a:tcPr>
                    </a:tc>
                    <a:extLst>
                      <a:ext uri="{0D108BD9-81ED-4DB2-BD59-A6C34878D82A}">
                        <a16:rowId xmlns:a16="http://schemas.microsoft.com/office/drawing/2014/main" val="695215684"/>
                      </a:ext>
                    </a:extLst>
                  </a:tr>
                  <a:tr h="1169839">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4 – Emergency stop</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The emergency stop must stop the rover 1 to 3 feet from a detected obstacle within 1 second. While it starts to ramp down once a object is detected at 5 feet.</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1727033845"/>
                      </a:ext>
                    </a:extLst>
                  </a:tr>
                  <a:tr h="775473">
                    <a:tc>
                      <a:txBody>
                        <a:bodyPr/>
                        <a:lstStyle/>
                        <a:p>
                          <a:pPr marL="0" marR="0" algn="just" defTabSz="914400" rtl="0" eaLnBrk="1" latinLnBrk="0" hangingPunct="0">
                            <a:spcAft>
                              <a:spcPts val="1200"/>
                            </a:spcAft>
                            <a:buNone/>
                          </a:pPr>
                          <a:r>
                            <a:rPr lang="en-US" sz="1500" b="0" kern="800">
                              <a:solidFill>
                                <a:schemeClr val="dk1"/>
                              </a:solidFill>
                              <a:effectLst/>
                              <a:latin typeface="+mn-lt"/>
                              <a:ea typeface="+mn-ea"/>
                              <a:cs typeface="+mn-cs"/>
                            </a:rPr>
                            <a:t>5 – Movement around terrain</a:t>
                          </a:r>
                        </a:p>
                      </a:txBody>
                      <a:tcPr marL="64514" marR="64514" marT="0" marB="0">
                        <a:solidFill>
                          <a:schemeClr val="tx1">
                            <a:lumMod val="85000"/>
                          </a:schemeClr>
                        </a:solidFill>
                      </a:tcPr>
                    </a:tc>
                    <a:tc>
                      <a:txBody>
                        <a:bodyPr/>
                        <a:lstStyle/>
                        <a:p>
                          <a:pPr marL="0" marR="0" algn="just" hangingPunct="0">
                            <a:lnSpc>
                              <a:spcPct val="107000"/>
                            </a:lnSpc>
                            <a:spcAft>
                              <a:spcPts val="1200"/>
                            </a:spcAft>
                            <a:buNone/>
                          </a:pPr>
                          <a:r>
                            <a:rPr lang="en-US" sz="1500" kern="800">
                              <a:effectLst/>
                            </a:rPr>
                            <a:t>The rover must be able to climb and descend an inclined 20% grade plane made of gravel or dirt.</a:t>
                          </a:r>
                          <a:endParaRPr lang="en-US" sz="1500" kern="800">
                            <a:effectLst/>
                            <a:latin typeface="Times New Roman" panose="02020603050405020304" pitchFamily="18" charset="0"/>
                            <a:ea typeface="Times New Roman" panose="02020603050405020304" pitchFamily="18" charset="0"/>
                          </a:endParaRPr>
                        </a:p>
                      </a:txBody>
                      <a:tcPr marL="64514" marR="64514" marT="0" marB="0"/>
                    </a:tc>
                    <a:extLst>
                      <a:ext uri="{0D108BD9-81ED-4DB2-BD59-A6C34878D82A}">
                        <a16:rowId xmlns:a16="http://schemas.microsoft.com/office/drawing/2014/main" val="56569926"/>
                      </a:ext>
                    </a:extLst>
                  </a:tr>
                </a:tbl>
              </a:graphicData>
            </a:graphic>
          </p:graphicFrame>
        </mc:Fallback>
      </mc:AlternateContent>
    </p:spTree>
    <p:extLst>
      <p:ext uri="{BB962C8B-B14F-4D97-AF65-F5344CB8AC3E}">
        <p14:creationId xmlns:p14="http://schemas.microsoft.com/office/powerpoint/2010/main" val="249647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89933-EED8-09E7-610E-4DA9C4E94064}"/>
              </a:ext>
            </a:extLst>
          </p:cNvPr>
          <p:cNvSpPr>
            <a:spLocks noGrp="1"/>
          </p:cNvSpPr>
          <p:nvPr>
            <p:ph type="title"/>
          </p:nvPr>
        </p:nvSpPr>
        <p:spPr>
          <a:xfrm>
            <a:off x="838200" y="228011"/>
            <a:ext cx="10515600" cy="819738"/>
          </a:xfrm>
        </p:spPr>
        <p:txBody>
          <a:bodyPr/>
          <a:lstStyle/>
          <a:p>
            <a:r>
              <a:rPr lang="en-US">
                <a:solidFill>
                  <a:srgbClr val="E2D4CA">
                    <a:alpha val="75000"/>
                  </a:srgbClr>
                </a:solidFill>
              </a:rPr>
              <a:t>Standards</a:t>
            </a:r>
          </a:p>
        </p:txBody>
      </p:sp>
      <mc:AlternateContent xmlns:mc="http://schemas.openxmlformats.org/markup-compatibility/2006">
        <mc:Choice xmlns:a14="http://schemas.microsoft.com/office/drawing/2010/main" Requires="a14">
          <p:graphicFrame>
            <p:nvGraphicFramePr>
              <p:cNvPr id="7" name="Content Placeholder 6">
                <a:extLst>
                  <a:ext uri="{FF2B5EF4-FFF2-40B4-BE49-F238E27FC236}">
                    <a16:creationId xmlns:a16="http://schemas.microsoft.com/office/drawing/2014/main" id="{1CCABC8A-6347-7A33-3E13-055BCEF2EF37}"/>
                  </a:ext>
                </a:extLst>
              </p:cNvPr>
              <p:cNvGraphicFramePr>
                <a:graphicFrameLocks noGrp="1"/>
              </p:cNvGraphicFramePr>
              <p:nvPr>
                <p:ph idx="1"/>
                <p:extLst>
                  <p:ext uri="{D42A27DB-BD31-4B8C-83A1-F6EECF244321}">
                    <p14:modId xmlns:p14="http://schemas.microsoft.com/office/powerpoint/2010/main" val="1719187425"/>
                  </p:ext>
                </p:extLst>
              </p:nvPr>
            </p:nvGraphicFramePr>
            <p:xfrm>
              <a:off x="838203" y="1047750"/>
              <a:ext cx="10515597" cy="53086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48314414"/>
                        </a:ext>
                      </a:extLst>
                    </a:gridCol>
                    <a:gridCol w="3505199">
                      <a:extLst>
                        <a:ext uri="{9D8B030D-6E8A-4147-A177-3AD203B41FA5}">
                          <a16:colId xmlns:a16="http://schemas.microsoft.com/office/drawing/2014/main" val="635289778"/>
                        </a:ext>
                      </a:extLst>
                    </a:gridCol>
                    <a:gridCol w="3505199">
                      <a:extLst>
                        <a:ext uri="{9D8B030D-6E8A-4147-A177-3AD203B41FA5}">
                          <a16:colId xmlns:a16="http://schemas.microsoft.com/office/drawing/2014/main" val="251561630"/>
                        </a:ext>
                      </a:extLst>
                    </a:gridCol>
                  </a:tblGrid>
                  <a:tr h="370840">
                    <a:tc>
                      <a:txBody>
                        <a:bodyPr/>
                        <a:lstStyle/>
                        <a:p>
                          <a:r>
                            <a:rPr lang="en-US"/>
                            <a:t>Specific Standard</a:t>
                          </a:r>
                        </a:p>
                      </a:txBody>
                      <a:tcPr/>
                    </a:tc>
                    <a:tc>
                      <a:txBody>
                        <a:bodyPr/>
                        <a:lstStyle/>
                        <a:p>
                          <a:r>
                            <a:rPr lang="en-US"/>
                            <a:t>Standard  Document</a:t>
                          </a:r>
                        </a:p>
                      </a:txBody>
                      <a:tcPr/>
                    </a:tc>
                    <a:tc>
                      <a:txBody>
                        <a:bodyPr/>
                        <a:lstStyle/>
                        <a:p>
                          <a:r>
                            <a:rPr lang="en-US"/>
                            <a:t>Specification / Application</a:t>
                          </a:r>
                        </a:p>
                      </a:txBody>
                      <a:tcPr/>
                    </a:tc>
                    <a:extLst>
                      <a:ext uri="{0D108BD9-81ED-4DB2-BD59-A6C34878D82A}">
                        <a16:rowId xmlns:a16="http://schemas.microsoft.com/office/drawing/2014/main" val="4026415632"/>
                      </a:ext>
                    </a:extLst>
                  </a:tr>
                  <a:tr h="370840">
                    <a:tc>
                      <a:txBody>
                        <a:bodyPr/>
                        <a:lstStyle/>
                        <a:p>
                          <a:r>
                            <a:rPr lang="en-US"/>
                            <a:t>IP – 52</a:t>
                          </a:r>
                        </a:p>
                      </a:txBody>
                      <a:tcPr/>
                    </a:tc>
                    <a:tc>
                      <a:txBody>
                        <a:bodyPr/>
                        <a:lstStyle/>
                        <a:p>
                          <a:r>
                            <a:rPr lang="en-US"/>
                            <a:t>The product meets Ingress Protection Standard 60529 set by the International Electrotechnical Commission [6].</a:t>
                          </a:r>
                        </a:p>
                      </a:txBody>
                      <a:tcPr/>
                    </a:tc>
                    <a:tc>
                      <a:txBody>
                        <a:bodyPr/>
                        <a:lstStyle/>
                        <a:p>
                          <a:r>
                            <a:rPr lang="en-US"/>
                            <a:t>Forest Buddy is dust-tight protected from 1 kg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a:t> 100 micrometer particles for up to 1 hour and protected from up to 3 mm of water per minute for</a:t>
                          </a:r>
                          <a:r>
                            <a:rPr lang="en-US" baseline="0"/>
                            <a:t> up to 10 minutes.</a:t>
                          </a:r>
                          <a:endParaRPr lang="en-US"/>
                        </a:p>
                      </a:txBody>
                      <a:tcPr/>
                    </a:tc>
                    <a:extLst>
                      <a:ext uri="{0D108BD9-81ED-4DB2-BD59-A6C34878D82A}">
                        <a16:rowId xmlns:a16="http://schemas.microsoft.com/office/drawing/2014/main" val="2623177189"/>
                      </a:ext>
                    </a:extLst>
                  </a:tr>
                  <a:tr h="370840">
                    <a:tc>
                      <a:txBody>
                        <a:bodyPr/>
                        <a:lstStyle/>
                        <a:p>
                          <a:r>
                            <a:rPr lang="en-US"/>
                            <a:t>ISO 13850</a:t>
                          </a:r>
                        </a:p>
                      </a:txBody>
                      <a:tcPr/>
                    </a:tc>
                    <a:tc>
                      <a:txBody>
                        <a:bodyPr/>
                        <a:lstStyle/>
                        <a:p>
                          <a:r>
                            <a:rPr lang="en-US"/>
                            <a:t>The product follows International Organization for Standardization standard 13850 [7].</a:t>
                          </a:r>
                        </a:p>
                      </a:txBody>
                      <a:tcPr/>
                    </a:tc>
                    <a:tc>
                      <a:txBody>
                        <a:bodyPr/>
                        <a:lstStyle/>
                        <a:p>
                          <a:r>
                            <a:rPr lang="en-US"/>
                            <a:t>Forest Buddy features a physical emergency stop button that initializes a category 1 controlled stop, with restart requiring manual or teleoperated control.</a:t>
                          </a:r>
                        </a:p>
                      </a:txBody>
                      <a:tcPr/>
                    </a:tc>
                    <a:extLst>
                      <a:ext uri="{0D108BD9-81ED-4DB2-BD59-A6C34878D82A}">
                        <a16:rowId xmlns:a16="http://schemas.microsoft.com/office/drawing/2014/main" val="4102631321"/>
                      </a:ext>
                    </a:extLst>
                  </a:tr>
                  <a:tr h="370840">
                    <a:tc>
                      <a:txBody>
                        <a:bodyPr/>
                        <a:lstStyle/>
                        <a:p>
                          <a:r>
                            <a:rPr lang="en-US"/>
                            <a:t>ISO 17123-8:2015</a:t>
                          </a:r>
                        </a:p>
                      </a:txBody>
                      <a:tcPr/>
                    </a:tc>
                    <a:tc>
                      <a:txBody>
                        <a:bodyPr/>
                        <a:lstStyle/>
                        <a:p>
                          <a:r>
                            <a:rPr lang="en-US"/>
                            <a:t>Internation Organization for Standardization standard 17123 [8].</a:t>
                          </a:r>
                        </a:p>
                      </a:txBody>
                      <a:tcPr/>
                    </a:tc>
                    <a:tc>
                      <a:txBody>
                        <a:bodyPr/>
                        <a:lstStyle/>
                        <a:p>
                          <a:r>
                            <a:rPr lang="en-US"/>
                            <a:t>Forest Buddy’s rover and base station maintain proper position within 5% error of the manufacturer’s claims of precision, the </a:t>
                          </a:r>
                          <a14:m>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m:t>
                              </m:r>
                              <m:r>
                                <a:rPr lang="en-US" sz="1800" b="0" i="1" kern="1200" smtClean="0">
                                  <a:solidFill>
                                    <a:schemeClr val="dk1"/>
                                  </a:solidFill>
                                  <a:effectLst/>
                                  <a:latin typeface="Cambria Math" panose="02040503050406030204" pitchFamily="18" charset="0"/>
                                  <a:ea typeface="+mn-ea"/>
                                  <a:cs typeface="+mn-cs"/>
                                </a:rPr>
                                <m:t>1</m:t>
                              </m:r>
                            </m:oMath>
                          </a14:m>
                          <a:r>
                            <a:rPr lang="en-US"/>
                            <a:t> cm accuracy of claimed position for both horizontal distance and </a:t>
                          </a:r>
                          <a14:m>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m:t>
                              </m:r>
                            </m:oMath>
                          </a14:m>
                          <a:r>
                            <a:rPr lang="en-US"/>
                            <a:t>1.5 cm for claimed vertical position.</a:t>
                          </a:r>
                        </a:p>
                      </a:txBody>
                      <a:tcPr/>
                    </a:tc>
                    <a:extLst>
                      <a:ext uri="{0D108BD9-81ED-4DB2-BD59-A6C34878D82A}">
                        <a16:rowId xmlns:a16="http://schemas.microsoft.com/office/drawing/2014/main" val="201191494"/>
                      </a:ext>
                    </a:extLst>
                  </a:tr>
                </a:tbl>
              </a:graphicData>
            </a:graphic>
          </p:graphicFrame>
        </mc:Choice>
        <mc:Fallback>
          <p:graphicFrame>
            <p:nvGraphicFramePr>
              <p:cNvPr id="7" name="Content Placeholder 6">
                <a:extLst>
                  <a:ext uri="{FF2B5EF4-FFF2-40B4-BE49-F238E27FC236}">
                    <a16:creationId xmlns:a16="http://schemas.microsoft.com/office/drawing/2014/main" id="{1CCABC8A-6347-7A33-3E13-055BCEF2EF37}"/>
                  </a:ext>
                </a:extLst>
              </p:cNvPr>
              <p:cNvGraphicFramePr>
                <a:graphicFrameLocks noGrp="1"/>
              </p:cNvGraphicFramePr>
              <p:nvPr>
                <p:ph idx="1"/>
                <p:extLst>
                  <p:ext uri="{D42A27DB-BD31-4B8C-83A1-F6EECF244321}">
                    <p14:modId xmlns:p14="http://schemas.microsoft.com/office/powerpoint/2010/main" val="1719187425"/>
                  </p:ext>
                </p:extLst>
              </p:nvPr>
            </p:nvGraphicFramePr>
            <p:xfrm>
              <a:off x="838203" y="1047750"/>
              <a:ext cx="10515597" cy="53086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48314414"/>
                        </a:ext>
                      </a:extLst>
                    </a:gridCol>
                    <a:gridCol w="3505199">
                      <a:extLst>
                        <a:ext uri="{9D8B030D-6E8A-4147-A177-3AD203B41FA5}">
                          <a16:colId xmlns:a16="http://schemas.microsoft.com/office/drawing/2014/main" val="635289778"/>
                        </a:ext>
                      </a:extLst>
                    </a:gridCol>
                    <a:gridCol w="3505199">
                      <a:extLst>
                        <a:ext uri="{9D8B030D-6E8A-4147-A177-3AD203B41FA5}">
                          <a16:colId xmlns:a16="http://schemas.microsoft.com/office/drawing/2014/main" val="251561630"/>
                        </a:ext>
                      </a:extLst>
                    </a:gridCol>
                  </a:tblGrid>
                  <a:tr h="370840">
                    <a:tc>
                      <a:txBody>
                        <a:bodyPr/>
                        <a:lstStyle/>
                        <a:p>
                          <a:r>
                            <a:rPr lang="en-US"/>
                            <a:t>Specific Standard</a:t>
                          </a:r>
                        </a:p>
                      </a:txBody>
                      <a:tcPr/>
                    </a:tc>
                    <a:tc>
                      <a:txBody>
                        <a:bodyPr/>
                        <a:lstStyle/>
                        <a:p>
                          <a:r>
                            <a:rPr lang="en-US"/>
                            <a:t>Standard  Document</a:t>
                          </a:r>
                        </a:p>
                      </a:txBody>
                      <a:tcPr/>
                    </a:tc>
                    <a:tc>
                      <a:txBody>
                        <a:bodyPr/>
                        <a:lstStyle/>
                        <a:p>
                          <a:r>
                            <a:rPr lang="en-US"/>
                            <a:t>Specification / Application</a:t>
                          </a:r>
                        </a:p>
                      </a:txBody>
                      <a:tcPr/>
                    </a:tc>
                    <a:extLst>
                      <a:ext uri="{0D108BD9-81ED-4DB2-BD59-A6C34878D82A}">
                        <a16:rowId xmlns:a16="http://schemas.microsoft.com/office/drawing/2014/main" val="4026415632"/>
                      </a:ext>
                    </a:extLst>
                  </a:tr>
                  <a:tr h="1463040">
                    <a:tc>
                      <a:txBody>
                        <a:bodyPr/>
                        <a:lstStyle/>
                        <a:p>
                          <a:r>
                            <a:rPr lang="en-US"/>
                            <a:t>IP – 52</a:t>
                          </a:r>
                        </a:p>
                      </a:txBody>
                      <a:tcPr/>
                    </a:tc>
                    <a:tc>
                      <a:txBody>
                        <a:bodyPr/>
                        <a:lstStyle/>
                        <a:p>
                          <a:r>
                            <a:rPr lang="en-US"/>
                            <a:t>The product meets Ingress Protection Standard 60529 set by the International Electrotechnical Commission [6].</a:t>
                          </a:r>
                        </a:p>
                      </a:txBody>
                      <a:tcPr/>
                    </a:tc>
                    <a:tc>
                      <a:txBody>
                        <a:bodyPr/>
                        <a:lstStyle/>
                        <a:p>
                          <a:endParaRPr lang="en-US"/>
                        </a:p>
                      </a:txBody>
                      <a:tcPr>
                        <a:blipFill>
                          <a:blip r:embed="rId2"/>
                          <a:stretch>
                            <a:fillRect l="-200348" t="-27500" r="-696" b="-244583"/>
                          </a:stretch>
                        </a:blipFill>
                      </a:tcPr>
                    </a:tc>
                    <a:extLst>
                      <a:ext uri="{0D108BD9-81ED-4DB2-BD59-A6C34878D82A}">
                        <a16:rowId xmlns:a16="http://schemas.microsoft.com/office/drawing/2014/main" val="2623177189"/>
                      </a:ext>
                    </a:extLst>
                  </a:tr>
                  <a:tr h="1463040">
                    <a:tc>
                      <a:txBody>
                        <a:bodyPr/>
                        <a:lstStyle/>
                        <a:p>
                          <a:r>
                            <a:rPr lang="en-US"/>
                            <a:t>ISO 13850</a:t>
                          </a:r>
                        </a:p>
                      </a:txBody>
                      <a:tcPr/>
                    </a:tc>
                    <a:tc>
                      <a:txBody>
                        <a:bodyPr/>
                        <a:lstStyle/>
                        <a:p>
                          <a:r>
                            <a:rPr lang="en-US"/>
                            <a:t>The product follows International Organization for Standardization standard 13850 [7].</a:t>
                          </a:r>
                        </a:p>
                      </a:txBody>
                      <a:tcPr/>
                    </a:tc>
                    <a:tc>
                      <a:txBody>
                        <a:bodyPr/>
                        <a:lstStyle/>
                        <a:p>
                          <a:r>
                            <a:rPr lang="en-US"/>
                            <a:t>Forest Buddy features a physical emergency stop button that initializes a category 1 controlled stop, with restart requiring manual or teleoperated control.</a:t>
                          </a:r>
                        </a:p>
                      </a:txBody>
                      <a:tcPr/>
                    </a:tc>
                    <a:extLst>
                      <a:ext uri="{0D108BD9-81ED-4DB2-BD59-A6C34878D82A}">
                        <a16:rowId xmlns:a16="http://schemas.microsoft.com/office/drawing/2014/main" val="4102631321"/>
                      </a:ext>
                    </a:extLst>
                  </a:tr>
                  <a:tr h="2011680">
                    <a:tc>
                      <a:txBody>
                        <a:bodyPr/>
                        <a:lstStyle/>
                        <a:p>
                          <a:r>
                            <a:rPr lang="en-US"/>
                            <a:t>ISO 17123-8:2015</a:t>
                          </a:r>
                        </a:p>
                      </a:txBody>
                      <a:tcPr/>
                    </a:tc>
                    <a:tc>
                      <a:txBody>
                        <a:bodyPr/>
                        <a:lstStyle/>
                        <a:p>
                          <a:r>
                            <a:rPr lang="en-US"/>
                            <a:t>Internation Organization for Standardization standard 17123 [8].</a:t>
                          </a:r>
                        </a:p>
                      </a:txBody>
                      <a:tcPr/>
                    </a:tc>
                    <a:tc>
                      <a:txBody>
                        <a:bodyPr/>
                        <a:lstStyle/>
                        <a:p>
                          <a:endParaRPr lang="en-US"/>
                        </a:p>
                      </a:txBody>
                      <a:tcPr>
                        <a:blipFill>
                          <a:blip r:embed="rId2"/>
                          <a:stretch>
                            <a:fillRect l="-200348" t="-165758" r="-696" b="-4848"/>
                          </a:stretch>
                        </a:blipFill>
                      </a:tcPr>
                    </a:tc>
                    <a:extLst>
                      <a:ext uri="{0D108BD9-81ED-4DB2-BD59-A6C34878D82A}">
                        <a16:rowId xmlns:a16="http://schemas.microsoft.com/office/drawing/2014/main" val="201191494"/>
                      </a:ext>
                    </a:extLst>
                  </a:tr>
                </a:tbl>
              </a:graphicData>
            </a:graphic>
          </p:graphicFrame>
        </mc:Fallback>
      </mc:AlternateContent>
      <p:sp>
        <p:nvSpPr>
          <p:cNvPr id="6" name="Slide Number Placeholder 5">
            <a:extLst>
              <a:ext uri="{FF2B5EF4-FFF2-40B4-BE49-F238E27FC236}">
                <a16:creationId xmlns:a16="http://schemas.microsoft.com/office/drawing/2014/main" id="{6926DF30-C3E2-089C-1AE3-9458ABE165D7}"/>
              </a:ext>
            </a:extLst>
          </p:cNvPr>
          <p:cNvSpPr>
            <a:spLocks noGrp="1"/>
          </p:cNvSpPr>
          <p:nvPr>
            <p:ph type="sldNum" sz="quarter" idx="4"/>
          </p:nvPr>
        </p:nvSpPr>
        <p:spPr/>
        <p:txBody>
          <a:bodyPr/>
          <a:lstStyle/>
          <a:p>
            <a:fld id="{AE208ADF-3ADD-483D-A721-14E3EEE2C135}" type="slidenum">
              <a:rPr lang="en-US" smtClean="0"/>
              <a:pPr/>
              <a:t>11</a:t>
            </a:fld>
            <a:endParaRPr lang="en-US"/>
          </a:p>
        </p:txBody>
      </p:sp>
    </p:spTree>
    <p:extLst>
      <p:ext uri="{BB962C8B-B14F-4D97-AF65-F5344CB8AC3E}">
        <p14:creationId xmlns:p14="http://schemas.microsoft.com/office/powerpoint/2010/main" val="2643787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D7033-69A8-4B83-AEDD-4F3560B8D773}"/>
              </a:ext>
            </a:extLst>
          </p:cNvPr>
          <p:cNvSpPr>
            <a:spLocks noGrp="1"/>
          </p:cNvSpPr>
          <p:nvPr>
            <p:ph type="title"/>
          </p:nvPr>
        </p:nvSpPr>
        <p:spPr>
          <a:xfrm>
            <a:off x="710240" y="196760"/>
            <a:ext cx="10515600" cy="819738"/>
          </a:xfrm>
        </p:spPr>
        <p:txBody>
          <a:bodyPr/>
          <a:lstStyle/>
          <a:p>
            <a:r>
              <a:rPr lang="en-US">
                <a:solidFill>
                  <a:srgbClr val="E2D4CA">
                    <a:alpha val="75000"/>
                  </a:srgbClr>
                </a:solidFill>
              </a:rPr>
              <a:t>Major Component: Microcontroller</a:t>
            </a:r>
          </a:p>
        </p:txBody>
      </p:sp>
      <p:sp>
        <p:nvSpPr>
          <p:cNvPr id="6" name="Slide Number Placeholder 5">
            <a:extLst>
              <a:ext uri="{FF2B5EF4-FFF2-40B4-BE49-F238E27FC236}">
                <a16:creationId xmlns:a16="http://schemas.microsoft.com/office/drawing/2014/main" id="{8F42E4C7-DA63-A4AA-0CAA-9CD5D49E8078}"/>
              </a:ext>
            </a:extLst>
          </p:cNvPr>
          <p:cNvSpPr>
            <a:spLocks noGrp="1"/>
          </p:cNvSpPr>
          <p:nvPr>
            <p:ph type="sldNum" sz="quarter" idx="4"/>
          </p:nvPr>
        </p:nvSpPr>
        <p:spPr/>
        <p:txBody>
          <a:bodyPr/>
          <a:lstStyle/>
          <a:p>
            <a:fld id="{AE208ADF-3ADD-483D-A721-14E3EEE2C135}" type="slidenum">
              <a:rPr lang="en-US" smtClean="0"/>
              <a:pPr/>
              <a:t>12</a:t>
            </a:fld>
            <a:endParaRPr lang="en-US"/>
          </a:p>
        </p:txBody>
      </p:sp>
      <p:graphicFrame>
        <p:nvGraphicFramePr>
          <p:cNvPr id="7" name="Table 6">
            <a:extLst>
              <a:ext uri="{FF2B5EF4-FFF2-40B4-BE49-F238E27FC236}">
                <a16:creationId xmlns:a16="http://schemas.microsoft.com/office/drawing/2014/main" id="{29B900C6-6CFA-154F-FBF8-104F6BB32812}"/>
              </a:ext>
            </a:extLst>
          </p:cNvPr>
          <p:cNvGraphicFramePr>
            <a:graphicFrameLocks noGrp="1"/>
          </p:cNvGraphicFramePr>
          <p:nvPr>
            <p:extLst>
              <p:ext uri="{D42A27DB-BD31-4B8C-83A1-F6EECF244321}">
                <p14:modId xmlns:p14="http://schemas.microsoft.com/office/powerpoint/2010/main" val="4252267284"/>
              </p:ext>
            </p:extLst>
          </p:nvPr>
        </p:nvGraphicFramePr>
        <p:xfrm>
          <a:off x="528320" y="1016498"/>
          <a:ext cx="11135360" cy="5526826"/>
        </p:xfrm>
        <a:graphic>
          <a:graphicData uri="http://schemas.openxmlformats.org/drawingml/2006/table">
            <a:tbl>
              <a:tblPr firstRow="1" bandRow="1">
                <a:tableStyleId>{5C22544A-7EE6-4342-B048-85BDC9FD1C3A}</a:tableStyleId>
              </a:tblPr>
              <a:tblGrid>
                <a:gridCol w="2772410">
                  <a:extLst>
                    <a:ext uri="{9D8B030D-6E8A-4147-A177-3AD203B41FA5}">
                      <a16:colId xmlns:a16="http://schemas.microsoft.com/office/drawing/2014/main" val="1620326556"/>
                    </a:ext>
                  </a:extLst>
                </a:gridCol>
                <a:gridCol w="2787650">
                  <a:extLst>
                    <a:ext uri="{9D8B030D-6E8A-4147-A177-3AD203B41FA5}">
                      <a16:colId xmlns:a16="http://schemas.microsoft.com/office/drawing/2014/main" val="3768017218"/>
                    </a:ext>
                  </a:extLst>
                </a:gridCol>
                <a:gridCol w="2787650">
                  <a:extLst>
                    <a:ext uri="{9D8B030D-6E8A-4147-A177-3AD203B41FA5}">
                      <a16:colId xmlns:a16="http://schemas.microsoft.com/office/drawing/2014/main" val="3244852275"/>
                    </a:ext>
                  </a:extLst>
                </a:gridCol>
                <a:gridCol w="2787650">
                  <a:extLst>
                    <a:ext uri="{9D8B030D-6E8A-4147-A177-3AD203B41FA5}">
                      <a16:colId xmlns:a16="http://schemas.microsoft.com/office/drawing/2014/main" val="179188705"/>
                    </a:ext>
                  </a:extLst>
                </a:gridCol>
              </a:tblGrid>
              <a:tr h="940791">
                <a:tc>
                  <a:txBody>
                    <a:bodyPr/>
                    <a:lstStyle/>
                    <a:p>
                      <a:r>
                        <a:rPr lang="en-US"/>
                        <a:t>Microcontroller</a:t>
                      </a:r>
                    </a:p>
                  </a:txBody>
                  <a:tcPr/>
                </a:tc>
                <a:tc>
                  <a:txBody>
                    <a:bodyPr/>
                    <a:lstStyle/>
                    <a:p>
                      <a:pPr marL="0" lvl="0" algn="l" defTabSz="914400" rtl="0" eaLnBrk="1" latinLnBrk="0" hangingPunct="1">
                        <a:lnSpc>
                          <a:spcPct val="100000"/>
                        </a:lnSpc>
                        <a:spcBef>
                          <a:spcPts val="0"/>
                        </a:spcBef>
                        <a:spcAft>
                          <a:spcPts val="0"/>
                        </a:spcAft>
                        <a:buNone/>
                      </a:pPr>
                      <a:r>
                        <a:rPr lang="en-US" sz="1800" b="1" kern="1200">
                          <a:solidFill>
                            <a:srgbClr val="00B050"/>
                          </a:solidFill>
                          <a:latin typeface="Arial"/>
                          <a:ea typeface="+mn-ea"/>
                          <a:cs typeface="Arial"/>
                        </a:rPr>
                        <a:t>Jetson Orin Nano</a:t>
                      </a:r>
                    </a:p>
                  </a:txBody>
                  <a:tcPr/>
                </a:tc>
                <a:tc>
                  <a:txBody>
                    <a:bodyPr/>
                    <a:lstStyle/>
                    <a:p>
                      <a:pPr marL="0" lvl="0" algn="l" defTabSz="914400" rtl="0" eaLnBrk="1" latinLnBrk="0" hangingPunct="1">
                        <a:lnSpc>
                          <a:spcPct val="100000"/>
                        </a:lnSpc>
                        <a:spcBef>
                          <a:spcPts val="0"/>
                        </a:spcBef>
                        <a:spcAft>
                          <a:spcPts val="0"/>
                        </a:spcAft>
                        <a:buNone/>
                      </a:pPr>
                      <a:r>
                        <a:rPr lang="en-US" sz="1800" b="1" kern="1200" noProof="0">
                          <a:solidFill>
                            <a:srgbClr val="FF0000"/>
                          </a:solidFill>
                          <a:latin typeface="Arial"/>
                          <a:ea typeface="+mn-ea"/>
                          <a:cs typeface="Arial"/>
                        </a:rPr>
                        <a:t>Raspberry Pi 5 (8 GB)</a:t>
                      </a:r>
                      <a:endParaRPr lang="en-US" sz="1800" b="1" kern="1200">
                        <a:solidFill>
                          <a:srgbClr val="FF0000"/>
                        </a:solidFill>
                        <a:latin typeface="Arial"/>
                        <a:ea typeface="+mn-ea"/>
                        <a:cs typeface="Arial"/>
                      </a:endParaRPr>
                    </a:p>
                  </a:txBody>
                  <a:tcPr/>
                </a:tc>
                <a:tc>
                  <a:txBody>
                    <a:bodyPr/>
                    <a:lstStyle/>
                    <a:p>
                      <a:pPr marL="0" lvl="0" algn="l" defTabSz="914400" rtl="0" eaLnBrk="1" latinLnBrk="0" hangingPunct="1">
                        <a:lnSpc>
                          <a:spcPct val="100000"/>
                        </a:lnSpc>
                        <a:spcBef>
                          <a:spcPts val="0"/>
                        </a:spcBef>
                        <a:spcAft>
                          <a:spcPts val="0"/>
                        </a:spcAft>
                        <a:buNone/>
                      </a:pPr>
                      <a:r>
                        <a:rPr lang="en-US" sz="1800" b="1" kern="1200">
                          <a:solidFill>
                            <a:srgbClr val="FF0000"/>
                          </a:solidFill>
                          <a:latin typeface="Arial"/>
                          <a:ea typeface="+mn-ea"/>
                          <a:cs typeface="Arial"/>
                        </a:rPr>
                        <a:t>Orange Pi 5 Plus (8 GB)</a:t>
                      </a:r>
                    </a:p>
                  </a:txBody>
                  <a:tcPr/>
                </a:tc>
                <a:extLst>
                  <a:ext uri="{0D108BD9-81ED-4DB2-BD59-A6C34878D82A}">
                    <a16:rowId xmlns:a16="http://schemas.microsoft.com/office/drawing/2014/main" val="3357139750"/>
                  </a:ext>
                </a:extLst>
              </a:tr>
              <a:tr h="2022528">
                <a:tc>
                  <a:txBody>
                    <a:bodyPr/>
                    <a:lstStyle/>
                    <a:p>
                      <a:r>
                        <a:rPr lang="en-US"/>
                        <a:t>Image</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06204391"/>
                  </a:ext>
                </a:extLst>
              </a:tr>
              <a:tr h="446420">
                <a:tc>
                  <a:txBody>
                    <a:bodyPr/>
                    <a:lstStyle/>
                    <a:p>
                      <a:r>
                        <a:rPr lang="en-US"/>
                        <a:t>Cost</a:t>
                      </a:r>
                    </a:p>
                  </a:txBody>
                  <a:tcPr/>
                </a:tc>
                <a:tc>
                  <a:txBody>
                    <a:bodyPr/>
                    <a:lstStyle/>
                    <a:p>
                      <a:r>
                        <a:rPr lang="en-US"/>
                        <a:t>$400</a:t>
                      </a:r>
                    </a:p>
                  </a:txBody>
                  <a:tcPr>
                    <a:solidFill>
                      <a:srgbClr val="FF0000"/>
                    </a:solidFill>
                  </a:tcPr>
                </a:tc>
                <a:tc>
                  <a:txBody>
                    <a:bodyPr/>
                    <a:lstStyle/>
                    <a:p>
                      <a:r>
                        <a:rPr lang="en-US"/>
                        <a:t>$180</a:t>
                      </a:r>
                    </a:p>
                  </a:txBody>
                  <a:tcPr>
                    <a:solidFill>
                      <a:srgbClr val="FFFF00"/>
                    </a:solidFill>
                  </a:tcPr>
                </a:tc>
                <a:tc>
                  <a:txBody>
                    <a:bodyPr/>
                    <a:lstStyle/>
                    <a:p>
                      <a:r>
                        <a:rPr lang="en-US"/>
                        <a:t>$225</a:t>
                      </a:r>
                    </a:p>
                  </a:txBody>
                  <a:tcPr>
                    <a:solidFill>
                      <a:srgbClr val="FFFF00"/>
                    </a:solidFill>
                  </a:tcPr>
                </a:tc>
                <a:extLst>
                  <a:ext uri="{0D108BD9-81ED-4DB2-BD59-A6C34878D82A}">
                    <a16:rowId xmlns:a16="http://schemas.microsoft.com/office/drawing/2014/main" val="1876405736"/>
                  </a:ext>
                </a:extLst>
              </a:tr>
              <a:tr h="489698">
                <a:tc>
                  <a:txBody>
                    <a:bodyPr/>
                    <a:lstStyle/>
                    <a:p>
                      <a:pPr lvl="0">
                        <a:buNone/>
                      </a:pPr>
                      <a:r>
                        <a:rPr lang="en-US"/>
                        <a:t>RAM</a:t>
                      </a:r>
                    </a:p>
                  </a:txBody>
                  <a:tcPr/>
                </a:tc>
                <a:tc>
                  <a:txBody>
                    <a:bodyPr/>
                    <a:lstStyle/>
                    <a:p>
                      <a:r>
                        <a:rPr lang="en-US"/>
                        <a:t>8 GB LPDDR5 </a:t>
                      </a:r>
                    </a:p>
                  </a:txBody>
                  <a:tcPr>
                    <a:solidFill>
                      <a:srgbClr val="00B050"/>
                    </a:solidFill>
                  </a:tcPr>
                </a:tc>
                <a:tc>
                  <a:txBody>
                    <a:bodyPr/>
                    <a:lstStyle/>
                    <a:p>
                      <a:r>
                        <a:rPr lang="en-US"/>
                        <a:t>8 GB LPDDR4X</a:t>
                      </a:r>
                    </a:p>
                  </a:txBody>
                  <a:tcPr>
                    <a:solidFill>
                      <a:srgbClr val="00B050"/>
                    </a:solidFill>
                  </a:tcPr>
                </a:tc>
                <a:tc>
                  <a:txBody>
                    <a:bodyPr/>
                    <a:lstStyle/>
                    <a:p>
                      <a:r>
                        <a:rPr lang="en-US"/>
                        <a:t>8 GB LPDDR4X</a:t>
                      </a:r>
                    </a:p>
                  </a:txBody>
                  <a:tcPr>
                    <a:solidFill>
                      <a:srgbClr val="00B050"/>
                    </a:solidFill>
                  </a:tcPr>
                </a:tc>
                <a:extLst>
                  <a:ext uri="{0D108BD9-81ED-4DB2-BD59-A6C34878D82A}">
                    <a16:rowId xmlns:a16="http://schemas.microsoft.com/office/drawing/2014/main" val="962549493"/>
                  </a:ext>
                </a:extLst>
              </a:tr>
              <a:tr h="480724">
                <a:tc>
                  <a:txBody>
                    <a:bodyPr/>
                    <a:lstStyle/>
                    <a:p>
                      <a:r>
                        <a:rPr lang="en-US"/>
                        <a:t>Power</a:t>
                      </a:r>
                    </a:p>
                  </a:txBody>
                  <a:tcPr/>
                </a:tc>
                <a:tc>
                  <a:txBody>
                    <a:bodyPr/>
                    <a:lstStyle/>
                    <a:p>
                      <a:pPr lvl="0">
                        <a:buNone/>
                      </a:pPr>
                      <a:r>
                        <a:rPr lang="en-US" sz="1800" b="0" i="0" u="none" strike="noStrike" noProof="0">
                          <a:latin typeface="Dante"/>
                        </a:rPr>
                        <a:t>7 to 25 W</a:t>
                      </a:r>
                    </a:p>
                  </a:txBody>
                  <a:tcPr>
                    <a:solidFill>
                      <a:srgbClr val="FFFF00"/>
                    </a:solidFill>
                  </a:tcPr>
                </a:tc>
                <a:tc>
                  <a:txBody>
                    <a:bodyPr/>
                    <a:lstStyle/>
                    <a:p>
                      <a:r>
                        <a:rPr lang="en-US"/>
                        <a:t>~5 to 12 W</a:t>
                      </a:r>
                    </a:p>
                  </a:txBody>
                  <a:tcPr>
                    <a:solidFill>
                      <a:srgbClr val="00B050"/>
                    </a:solidFill>
                  </a:tcPr>
                </a:tc>
                <a:tc>
                  <a:txBody>
                    <a:bodyPr/>
                    <a:lstStyle/>
                    <a:p>
                      <a:r>
                        <a:rPr lang="en-US"/>
                        <a:t>~5 to 10 W</a:t>
                      </a:r>
                    </a:p>
                  </a:txBody>
                  <a:tcPr>
                    <a:solidFill>
                      <a:srgbClr val="00B050"/>
                    </a:solidFill>
                  </a:tcPr>
                </a:tc>
                <a:extLst>
                  <a:ext uri="{0D108BD9-81ED-4DB2-BD59-A6C34878D82A}">
                    <a16:rowId xmlns:a16="http://schemas.microsoft.com/office/drawing/2014/main" val="2005400376"/>
                  </a:ext>
                </a:extLst>
              </a:tr>
              <a:tr h="506585">
                <a:tc>
                  <a:txBody>
                    <a:bodyPr/>
                    <a:lstStyle/>
                    <a:p>
                      <a:r>
                        <a:rPr lang="en-US"/>
                        <a:t>Interfaces</a:t>
                      </a:r>
                      <a:endParaRPr lang="en-US" err="1"/>
                    </a:p>
                  </a:txBody>
                  <a:tcPr/>
                </a:tc>
                <a:tc>
                  <a:txBody>
                    <a:bodyPr/>
                    <a:lstStyle/>
                    <a:p>
                      <a:pPr lvl="0">
                        <a:buNone/>
                      </a:pPr>
                      <a:r>
                        <a:rPr lang="en-US" sz="1800" b="0" i="0" u="none" strike="noStrike" noProof="0">
                          <a:latin typeface="Dante"/>
                        </a:rPr>
                        <a:t>    40-pin header, 4 USB ports, 2 camera ports</a:t>
                      </a:r>
                      <a:endParaRPr lang="en-US"/>
                    </a:p>
                  </a:txBody>
                  <a:tcPr>
                    <a:solidFill>
                      <a:srgbClr val="00B050"/>
                    </a:solidFill>
                  </a:tcPr>
                </a:tc>
                <a:tc>
                  <a:txBody>
                    <a:bodyPr/>
                    <a:lstStyle/>
                    <a:p>
                      <a:pPr lvl="0">
                        <a:buNone/>
                      </a:pPr>
                      <a:r>
                        <a:rPr lang="en-US" sz="1800" b="0" i="0" u="none" strike="noStrike" noProof="0">
                          <a:latin typeface="Dante"/>
                        </a:rPr>
                        <a:t>40-pin header, 4 USB ports, 2 camera ports</a:t>
                      </a:r>
                      <a:endParaRPr lang="en-US"/>
                    </a:p>
                  </a:txBody>
                  <a:tcPr>
                    <a:solidFill>
                      <a:srgbClr val="00B050"/>
                    </a:solidFill>
                  </a:tcPr>
                </a:tc>
                <a:tc>
                  <a:txBody>
                    <a:bodyPr/>
                    <a:lstStyle/>
                    <a:p>
                      <a:pPr lvl="0">
                        <a:buNone/>
                      </a:pPr>
                      <a:r>
                        <a:rPr lang="en-US" sz="1800" b="0" i="0" u="none" strike="noStrike" noProof="0">
                          <a:latin typeface="Dante"/>
                        </a:rPr>
                        <a:t>26-pin header, 3 USB ports, 3 camera ports</a:t>
                      </a:r>
                      <a:endParaRPr lang="en-US"/>
                    </a:p>
                  </a:txBody>
                  <a:tcPr>
                    <a:solidFill>
                      <a:srgbClr val="FFFF00"/>
                    </a:solidFill>
                  </a:tcPr>
                </a:tc>
                <a:extLst>
                  <a:ext uri="{0D108BD9-81ED-4DB2-BD59-A6C34878D82A}">
                    <a16:rowId xmlns:a16="http://schemas.microsoft.com/office/drawing/2014/main" val="440223174"/>
                  </a:ext>
                </a:extLst>
              </a:tr>
              <a:tr h="506585">
                <a:tc>
                  <a:txBody>
                    <a:bodyPr/>
                    <a:lstStyle/>
                    <a:p>
                      <a:pPr lvl="0">
                        <a:buNone/>
                      </a:pPr>
                      <a:r>
                        <a:rPr lang="en-US"/>
                        <a:t>Ai compute</a:t>
                      </a:r>
                    </a:p>
                  </a:txBody>
                  <a:tcPr/>
                </a:tc>
                <a:tc>
                  <a:txBody>
                    <a:bodyPr/>
                    <a:lstStyle/>
                    <a:p>
                      <a:pPr lvl="0">
                        <a:buNone/>
                      </a:pPr>
                      <a:r>
                        <a:rPr lang="en-US" sz="1800" b="0" i="0" u="none" strike="noStrike" noProof="0"/>
                        <a:t>67 TOPS</a:t>
                      </a:r>
                      <a:endParaRPr lang="en-US"/>
                    </a:p>
                  </a:txBody>
                  <a:tcPr>
                    <a:solidFill>
                      <a:srgbClr val="00B050"/>
                    </a:solidFill>
                  </a:tcPr>
                </a:tc>
                <a:tc>
                  <a:txBody>
                    <a:bodyPr/>
                    <a:lstStyle/>
                    <a:p>
                      <a:pPr lvl="0">
                        <a:buNone/>
                      </a:pPr>
                      <a:r>
                        <a:rPr lang="en-US" sz="1800" b="0" i="0" u="none" strike="noStrike" noProof="0"/>
                        <a:t>None built in</a:t>
                      </a:r>
                      <a:endParaRPr lang="en-US"/>
                    </a:p>
                  </a:txBody>
                  <a:tcPr>
                    <a:solidFill>
                      <a:srgbClr val="FF0000"/>
                    </a:solidFill>
                  </a:tcPr>
                </a:tc>
                <a:tc>
                  <a:txBody>
                    <a:bodyPr/>
                    <a:lstStyle/>
                    <a:p>
                      <a:pPr lvl="0">
                        <a:buNone/>
                      </a:pPr>
                      <a:r>
                        <a:rPr lang="en-US" sz="1800" b="0" i="0" u="none" strike="noStrike" noProof="0">
                          <a:latin typeface="Dante"/>
                        </a:rPr>
                        <a:t>6 TOPS</a:t>
                      </a:r>
                    </a:p>
                  </a:txBody>
                  <a:tcPr>
                    <a:solidFill>
                      <a:srgbClr val="FFFF00"/>
                    </a:solidFill>
                  </a:tcPr>
                </a:tc>
                <a:extLst>
                  <a:ext uri="{0D108BD9-81ED-4DB2-BD59-A6C34878D82A}">
                    <a16:rowId xmlns:a16="http://schemas.microsoft.com/office/drawing/2014/main" val="1030550380"/>
                  </a:ext>
                </a:extLst>
              </a:tr>
            </a:tbl>
          </a:graphicData>
        </a:graphic>
      </p:graphicFrame>
      <p:pic>
        <p:nvPicPr>
          <p:cNvPr id="9" name="Picture 8">
            <a:extLst>
              <a:ext uri="{FF2B5EF4-FFF2-40B4-BE49-F238E27FC236}">
                <a16:creationId xmlns:a16="http://schemas.microsoft.com/office/drawing/2014/main" id="{9C430A56-72E7-CCE3-5350-190DE664C5D1}"/>
              </a:ext>
            </a:extLst>
          </p:cNvPr>
          <p:cNvPicPr>
            <a:picLocks noChangeAspect="1"/>
          </p:cNvPicPr>
          <p:nvPr/>
        </p:nvPicPr>
        <p:blipFill>
          <a:blip r:embed="rId2"/>
          <a:srcRect/>
          <a:stretch>
            <a:fillRect/>
          </a:stretch>
        </p:blipFill>
        <p:spPr>
          <a:xfrm>
            <a:off x="3315063" y="1968137"/>
            <a:ext cx="2780937" cy="1995571"/>
          </a:xfrm>
          <a:prstGeom prst="rect">
            <a:avLst/>
          </a:prstGeom>
        </p:spPr>
      </p:pic>
      <p:pic>
        <p:nvPicPr>
          <p:cNvPr id="3" name="Picture 2" descr="Raspberry Pi 5 - 8GB">
            <a:extLst>
              <a:ext uri="{FF2B5EF4-FFF2-40B4-BE49-F238E27FC236}">
                <a16:creationId xmlns:a16="http://schemas.microsoft.com/office/drawing/2014/main" id="{A0545D59-52A6-3D0A-D9AD-A5C48B679C05}"/>
              </a:ext>
            </a:extLst>
          </p:cNvPr>
          <p:cNvPicPr>
            <a:picLocks noChangeAspect="1"/>
          </p:cNvPicPr>
          <p:nvPr/>
        </p:nvPicPr>
        <p:blipFill>
          <a:blip r:embed="rId3"/>
          <a:stretch>
            <a:fillRect/>
          </a:stretch>
        </p:blipFill>
        <p:spPr>
          <a:xfrm>
            <a:off x="6096000" y="1968137"/>
            <a:ext cx="2780937" cy="1995571"/>
          </a:xfrm>
          <a:prstGeom prst="rect">
            <a:avLst/>
          </a:prstGeom>
        </p:spPr>
      </p:pic>
      <p:pic>
        <p:nvPicPr>
          <p:cNvPr id="8" name="Picture 7" descr="A close-up of a blue circuit board&#10;&#10;AI-generated content may be incorrect.">
            <a:extLst>
              <a:ext uri="{FF2B5EF4-FFF2-40B4-BE49-F238E27FC236}">
                <a16:creationId xmlns:a16="http://schemas.microsoft.com/office/drawing/2014/main" id="{3412F769-EF27-1D85-720A-393F514A09E4}"/>
              </a:ext>
            </a:extLst>
          </p:cNvPr>
          <p:cNvPicPr>
            <a:picLocks noChangeAspect="1"/>
          </p:cNvPicPr>
          <p:nvPr/>
        </p:nvPicPr>
        <p:blipFill>
          <a:blip r:embed="rId4"/>
          <a:stretch>
            <a:fillRect/>
          </a:stretch>
        </p:blipFill>
        <p:spPr>
          <a:xfrm>
            <a:off x="9416182" y="1961521"/>
            <a:ext cx="1986053" cy="1986053"/>
          </a:xfrm>
          <a:prstGeom prst="rect">
            <a:avLst/>
          </a:prstGeom>
        </p:spPr>
      </p:pic>
    </p:spTree>
    <p:extLst>
      <p:ext uri="{BB962C8B-B14F-4D97-AF65-F5344CB8AC3E}">
        <p14:creationId xmlns:p14="http://schemas.microsoft.com/office/powerpoint/2010/main" val="3331395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06497-EF61-4C0E-D2C7-2D4C2B32A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62E41-961A-EA0B-3C5F-C18D8345CA86}"/>
              </a:ext>
            </a:extLst>
          </p:cNvPr>
          <p:cNvSpPr>
            <a:spLocks noGrp="1"/>
          </p:cNvSpPr>
          <p:nvPr>
            <p:ph type="title"/>
          </p:nvPr>
        </p:nvSpPr>
        <p:spPr>
          <a:xfrm>
            <a:off x="710240" y="196760"/>
            <a:ext cx="10515600" cy="819738"/>
          </a:xfrm>
        </p:spPr>
        <p:txBody>
          <a:bodyPr/>
          <a:lstStyle/>
          <a:p>
            <a:r>
              <a:rPr lang="en-US">
                <a:solidFill>
                  <a:srgbClr val="E2D4CA">
                    <a:alpha val="75000"/>
                  </a:srgbClr>
                </a:solidFill>
              </a:rPr>
              <a:t>Major Component: Camera</a:t>
            </a:r>
          </a:p>
        </p:txBody>
      </p:sp>
      <p:sp>
        <p:nvSpPr>
          <p:cNvPr id="6" name="Slide Number Placeholder 5">
            <a:extLst>
              <a:ext uri="{FF2B5EF4-FFF2-40B4-BE49-F238E27FC236}">
                <a16:creationId xmlns:a16="http://schemas.microsoft.com/office/drawing/2014/main" id="{DAC54BDE-958B-DA5D-64CA-13D40A5032EE}"/>
              </a:ext>
            </a:extLst>
          </p:cNvPr>
          <p:cNvSpPr>
            <a:spLocks noGrp="1"/>
          </p:cNvSpPr>
          <p:nvPr>
            <p:ph type="sldNum" sz="quarter" idx="4"/>
          </p:nvPr>
        </p:nvSpPr>
        <p:spPr/>
        <p:txBody>
          <a:bodyPr/>
          <a:lstStyle/>
          <a:p>
            <a:fld id="{AE208ADF-3ADD-483D-A721-14E3EEE2C135}" type="slidenum">
              <a:rPr lang="en-US" smtClean="0"/>
              <a:pPr/>
              <a:t>13</a:t>
            </a:fld>
            <a:endParaRPr lang="en-US"/>
          </a:p>
        </p:txBody>
      </p:sp>
      <p:graphicFrame>
        <p:nvGraphicFramePr>
          <p:cNvPr id="7" name="Table 6">
            <a:extLst>
              <a:ext uri="{FF2B5EF4-FFF2-40B4-BE49-F238E27FC236}">
                <a16:creationId xmlns:a16="http://schemas.microsoft.com/office/drawing/2014/main" id="{6ABE41D5-2ED6-442C-AE96-3755CAFF91C4}"/>
              </a:ext>
            </a:extLst>
          </p:cNvPr>
          <p:cNvGraphicFramePr>
            <a:graphicFrameLocks noGrp="1"/>
          </p:cNvGraphicFramePr>
          <p:nvPr>
            <p:extLst>
              <p:ext uri="{D42A27DB-BD31-4B8C-83A1-F6EECF244321}">
                <p14:modId xmlns:p14="http://schemas.microsoft.com/office/powerpoint/2010/main" val="2839038718"/>
              </p:ext>
            </p:extLst>
          </p:nvPr>
        </p:nvGraphicFramePr>
        <p:xfrm>
          <a:off x="528320" y="1016500"/>
          <a:ext cx="11135360" cy="5738112"/>
        </p:xfrm>
        <a:graphic>
          <a:graphicData uri="http://schemas.openxmlformats.org/drawingml/2006/table">
            <a:tbl>
              <a:tblPr firstRow="1" bandRow="1">
                <a:tableStyleId>{5C22544A-7EE6-4342-B048-85BDC9FD1C3A}</a:tableStyleId>
              </a:tblPr>
              <a:tblGrid>
                <a:gridCol w="2772410">
                  <a:extLst>
                    <a:ext uri="{9D8B030D-6E8A-4147-A177-3AD203B41FA5}">
                      <a16:colId xmlns:a16="http://schemas.microsoft.com/office/drawing/2014/main" val="1620326556"/>
                    </a:ext>
                  </a:extLst>
                </a:gridCol>
                <a:gridCol w="2787650">
                  <a:extLst>
                    <a:ext uri="{9D8B030D-6E8A-4147-A177-3AD203B41FA5}">
                      <a16:colId xmlns:a16="http://schemas.microsoft.com/office/drawing/2014/main" val="3768017218"/>
                    </a:ext>
                  </a:extLst>
                </a:gridCol>
                <a:gridCol w="2787650">
                  <a:extLst>
                    <a:ext uri="{9D8B030D-6E8A-4147-A177-3AD203B41FA5}">
                      <a16:colId xmlns:a16="http://schemas.microsoft.com/office/drawing/2014/main" val="3244852275"/>
                    </a:ext>
                  </a:extLst>
                </a:gridCol>
                <a:gridCol w="2787650">
                  <a:extLst>
                    <a:ext uri="{9D8B030D-6E8A-4147-A177-3AD203B41FA5}">
                      <a16:colId xmlns:a16="http://schemas.microsoft.com/office/drawing/2014/main" val="179188705"/>
                    </a:ext>
                  </a:extLst>
                </a:gridCol>
              </a:tblGrid>
              <a:tr h="1127183">
                <a:tc>
                  <a:txBody>
                    <a:bodyPr/>
                    <a:lstStyle/>
                    <a:p>
                      <a:r>
                        <a:rPr lang="en-US"/>
                        <a:t>Camera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rgbClr val="FF0000"/>
                          </a:solidFill>
                          <a:latin typeface="Arial"/>
                          <a:ea typeface="+mn-ea"/>
                          <a:cs typeface="Arial"/>
                        </a:rPr>
                        <a:t>Logitech Webcam C920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rgbClr val="00B050"/>
                          </a:solidFill>
                          <a:latin typeface="Arial"/>
                          <a:ea typeface="+mn-ea"/>
                          <a:cs typeface="Arial"/>
                        </a:rPr>
                        <a:t>Sony IMX219 8MP CSI Camera Module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rgbClr val="FF0000"/>
                          </a:solidFill>
                          <a:latin typeface="Arial"/>
                          <a:ea typeface="+mn-ea"/>
                          <a:cs typeface="Arial"/>
                        </a:rPr>
                        <a:t>Arducam IMX219 Visible Light Fixed Focus Camera Module</a:t>
                      </a:r>
                    </a:p>
                  </a:txBody>
                  <a:tcPr/>
                </a:tc>
                <a:extLst>
                  <a:ext uri="{0D108BD9-81ED-4DB2-BD59-A6C34878D82A}">
                    <a16:rowId xmlns:a16="http://schemas.microsoft.com/office/drawing/2014/main" val="3357139750"/>
                  </a:ext>
                </a:extLst>
              </a:tr>
              <a:tr h="1803724">
                <a:tc>
                  <a:txBody>
                    <a:bodyPr/>
                    <a:lstStyle/>
                    <a:p>
                      <a:r>
                        <a:rPr lang="en-US"/>
                        <a:t>Image</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06204391"/>
                  </a:ext>
                </a:extLst>
              </a:tr>
              <a:tr h="398125">
                <a:tc>
                  <a:txBody>
                    <a:bodyPr/>
                    <a:lstStyle/>
                    <a:p>
                      <a:r>
                        <a:rPr lang="en-US"/>
                        <a:t>Cost</a:t>
                      </a:r>
                    </a:p>
                  </a:txBody>
                  <a:tcPr/>
                </a:tc>
                <a:tc>
                  <a:txBody>
                    <a:bodyPr/>
                    <a:lstStyle/>
                    <a:p>
                      <a:r>
                        <a:rPr lang="en-US"/>
                        <a:t>$67.25</a:t>
                      </a:r>
                    </a:p>
                  </a:txBody>
                  <a:tcPr>
                    <a:solidFill>
                      <a:srgbClr val="FFFF00"/>
                    </a:solidFill>
                  </a:tcPr>
                </a:tc>
                <a:tc>
                  <a:txBody>
                    <a:bodyPr/>
                    <a:lstStyle/>
                    <a:p>
                      <a:r>
                        <a:rPr lang="en-US"/>
                        <a:t>$38.30</a:t>
                      </a:r>
                    </a:p>
                  </a:txBody>
                  <a:tcPr>
                    <a:solidFill>
                      <a:srgbClr val="FFFF00"/>
                    </a:solidFill>
                  </a:tcPr>
                </a:tc>
                <a:tc>
                  <a:txBody>
                    <a:bodyPr/>
                    <a:lstStyle/>
                    <a:p>
                      <a:r>
                        <a:rPr lang="en-US"/>
                        <a:t>$15.99</a:t>
                      </a:r>
                    </a:p>
                  </a:txBody>
                  <a:tcPr>
                    <a:solidFill>
                      <a:srgbClr val="00B050"/>
                    </a:solidFill>
                  </a:tcPr>
                </a:tc>
                <a:extLst>
                  <a:ext uri="{0D108BD9-81ED-4DB2-BD59-A6C34878D82A}">
                    <a16:rowId xmlns:a16="http://schemas.microsoft.com/office/drawing/2014/main" val="1876405736"/>
                  </a:ext>
                </a:extLst>
              </a:tr>
              <a:tr h="436721">
                <a:tc>
                  <a:txBody>
                    <a:bodyPr/>
                    <a:lstStyle/>
                    <a:p>
                      <a:pPr lvl="0">
                        <a:buNone/>
                      </a:pPr>
                      <a:r>
                        <a:rPr lang="en-US"/>
                        <a:t>FOV</a:t>
                      </a:r>
                    </a:p>
                  </a:txBody>
                  <a:tcPr/>
                </a:tc>
                <a:tc>
                  <a:txBody>
                    <a:bodyPr/>
                    <a:lstStyle/>
                    <a:p>
                      <a:r>
                        <a:rPr lang="en-US"/>
                        <a:t>Moderate; 78°</a:t>
                      </a:r>
                    </a:p>
                  </a:txBody>
                  <a:tcPr>
                    <a:solidFill>
                      <a:srgbClr val="FFFF00"/>
                    </a:solidFill>
                  </a:tcPr>
                </a:tc>
                <a:tc>
                  <a:txBody>
                    <a:bodyPr/>
                    <a:lstStyle/>
                    <a:p>
                      <a:r>
                        <a:rPr lang="en-US"/>
                        <a:t>Wide; 120°</a:t>
                      </a:r>
                    </a:p>
                  </a:txBody>
                  <a:tcPr>
                    <a:solidFill>
                      <a:srgbClr val="00B050"/>
                    </a:solidFill>
                  </a:tcPr>
                </a:tc>
                <a:tc>
                  <a:txBody>
                    <a:bodyPr/>
                    <a:lstStyle/>
                    <a:p>
                      <a:r>
                        <a:rPr lang="en-US"/>
                        <a:t>Narrow; 65°</a:t>
                      </a:r>
                    </a:p>
                  </a:txBody>
                  <a:tcPr>
                    <a:solidFill>
                      <a:srgbClr val="FF0000"/>
                    </a:solidFill>
                  </a:tcPr>
                </a:tc>
                <a:extLst>
                  <a:ext uri="{0D108BD9-81ED-4DB2-BD59-A6C34878D82A}">
                    <a16:rowId xmlns:a16="http://schemas.microsoft.com/office/drawing/2014/main" val="962549493"/>
                  </a:ext>
                </a:extLst>
              </a:tr>
              <a:tr h="428717">
                <a:tc>
                  <a:txBody>
                    <a:bodyPr/>
                    <a:lstStyle/>
                    <a:p>
                      <a:r>
                        <a:rPr lang="en-US"/>
                        <a:t>Power</a:t>
                      </a:r>
                    </a:p>
                  </a:txBody>
                  <a:tcPr/>
                </a:tc>
                <a:tc>
                  <a:txBody>
                    <a:bodyPr/>
                    <a:lstStyle/>
                    <a:p>
                      <a:r>
                        <a:rPr lang="en-US"/>
                        <a:t>2.5 watts</a:t>
                      </a:r>
                    </a:p>
                  </a:txBody>
                  <a:tcPr>
                    <a:solidFill>
                      <a:srgbClr val="FF0000"/>
                    </a:solidFill>
                  </a:tcPr>
                </a:tc>
                <a:tc>
                  <a:txBody>
                    <a:bodyPr/>
                    <a:lstStyle/>
                    <a:p>
                      <a:r>
                        <a:rPr lang="en-US"/>
                        <a:t>Less than 1 watt</a:t>
                      </a:r>
                    </a:p>
                  </a:txBody>
                  <a:tcPr>
                    <a:solidFill>
                      <a:srgbClr val="00B050"/>
                    </a:solidFill>
                  </a:tcPr>
                </a:tc>
                <a:tc>
                  <a:txBody>
                    <a:bodyPr/>
                    <a:lstStyle/>
                    <a:p>
                      <a:r>
                        <a:rPr lang="en-US"/>
                        <a:t>Less than 1 watt</a:t>
                      </a:r>
                    </a:p>
                  </a:txBody>
                  <a:tcPr>
                    <a:solidFill>
                      <a:srgbClr val="00B050"/>
                    </a:solidFill>
                  </a:tcPr>
                </a:tc>
                <a:extLst>
                  <a:ext uri="{0D108BD9-81ED-4DB2-BD59-A6C34878D82A}">
                    <a16:rowId xmlns:a16="http://schemas.microsoft.com/office/drawing/2014/main" val="2005400376"/>
                  </a:ext>
                </a:extLst>
              </a:tr>
              <a:tr h="451781">
                <a:tc>
                  <a:txBody>
                    <a:bodyPr/>
                    <a:lstStyle/>
                    <a:p>
                      <a:r>
                        <a:rPr lang="en-US"/>
                        <a:t>Connection Type</a:t>
                      </a:r>
                    </a:p>
                  </a:txBody>
                  <a:tcPr/>
                </a:tc>
                <a:tc>
                  <a:txBody>
                    <a:bodyPr/>
                    <a:lstStyle/>
                    <a:p>
                      <a:r>
                        <a:rPr lang="en-US"/>
                        <a:t>USB</a:t>
                      </a:r>
                    </a:p>
                  </a:txBody>
                  <a:tcPr>
                    <a:solidFill>
                      <a:srgbClr val="00B050"/>
                    </a:solidFill>
                  </a:tcPr>
                </a:tc>
                <a:tc>
                  <a:txBody>
                    <a:bodyPr/>
                    <a:lstStyle/>
                    <a:p>
                      <a:r>
                        <a:rPr lang="en-US"/>
                        <a:t>CSI</a:t>
                      </a:r>
                    </a:p>
                  </a:txBody>
                  <a:tcPr>
                    <a:solidFill>
                      <a:srgbClr val="00B050"/>
                    </a:solidFill>
                  </a:tcPr>
                </a:tc>
                <a:tc>
                  <a:txBody>
                    <a:bodyPr/>
                    <a:lstStyle/>
                    <a:p>
                      <a:r>
                        <a:rPr lang="en-US"/>
                        <a:t>CSI</a:t>
                      </a:r>
                    </a:p>
                  </a:txBody>
                  <a:tcPr>
                    <a:solidFill>
                      <a:srgbClr val="00B050"/>
                    </a:solidFill>
                  </a:tcPr>
                </a:tc>
                <a:extLst>
                  <a:ext uri="{0D108BD9-81ED-4DB2-BD59-A6C34878D82A}">
                    <a16:rowId xmlns:a16="http://schemas.microsoft.com/office/drawing/2014/main" val="440223174"/>
                  </a:ext>
                </a:extLst>
              </a:tr>
              <a:tr h="606945">
                <a:tc>
                  <a:txBody>
                    <a:bodyPr/>
                    <a:lstStyle/>
                    <a:p>
                      <a:r>
                        <a:rPr lang="en-US"/>
                        <a:t>Distortion due Lense</a:t>
                      </a:r>
                    </a:p>
                  </a:txBody>
                  <a:tcPr/>
                </a:tc>
                <a:tc>
                  <a:txBody>
                    <a:bodyPr/>
                    <a:lstStyle/>
                    <a:p>
                      <a:r>
                        <a:rPr lang="en-US"/>
                        <a:t>Low</a:t>
                      </a:r>
                    </a:p>
                  </a:txBody>
                  <a:tcPr>
                    <a:solidFill>
                      <a:srgbClr val="00B050"/>
                    </a:solidFill>
                  </a:tcPr>
                </a:tc>
                <a:tc>
                  <a:txBody>
                    <a:bodyPr/>
                    <a:lstStyle/>
                    <a:p>
                      <a:r>
                        <a:rPr lang="en-US"/>
                        <a:t>Mild, correctable with software</a:t>
                      </a:r>
                    </a:p>
                  </a:txBody>
                  <a:tcPr>
                    <a:solidFill>
                      <a:srgbClr val="FFFF00"/>
                    </a:solidFill>
                  </a:tcPr>
                </a:tc>
                <a:tc>
                  <a:txBody>
                    <a:bodyPr/>
                    <a:lstStyle/>
                    <a:p>
                      <a:r>
                        <a:rPr lang="en-US"/>
                        <a:t>Low</a:t>
                      </a:r>
                    </a:p>
                  </a:txBody>
                  <a:tcPr>
                    <a:solidFill>
                      <a:srgbClr val="00B050"/>
                    </a:solidFill>
                  </a:tcPr>
                </a:tc>
                <a:extLst>
                  <a:ext uri="{0D108BD9-81ED-4DB2-BD59-A6C34878D82A}">
                    <a16:rowId xmlns:a16="http://schemas.microsoft.com/office/drawing/2014/main" val="3565872234"/>
                  </a:ext>
                </a:extLst>
              </a:tr>
              <a:tr h="451781">
                <a:tc>
                  <a:txBody>
                    <a:bodyPr/>
                    <a:lstStyle/>
                    <a:p>
                      <a:r>
                        <a:rPr lang="en-US"/>
                        <a:t>FPS</a:t>
                      </a:r>
                    </a:p>
                  </a:txBody>
                  <a:tcPr/>
                </a:tc>
                <a:tc>
                  <a:txBody>
                    <a:bodyPr/>
                    <a:lstStyle/>
                    <a:p>
                      <a:r>
                        <a:rPr lang="en-US"/>
                        <a:t>30 FPS</a:t>
                      </a:r>
                    </a:p>
                  </a:txBody>
                  <a:tcPr>
                    <a:solidFill>
                      <a:srgbClr val="00B050"/>
                    </a:solidFill>
                  </a:tcPr>
                </a:tc>
                <a:tc>
                  <a:txBody>
                    <a:bodyPr/>
                    <a:lstStyle/>
                    <a:p>
                      <a:r>
                        <a:rPr lang="en-US"/>
                        <a:t>30 FPS</a:t>
                      </a:r>
                    </a:p>
                  </a:txBody>
                  <a:tcPr>
                    <a:solidFill>
                      <a:srgbClr val="00B050"/>
                    </a:solidFill>
                  </a:tcPr>
                </a:tc>
                <a:tc>
                  <a:txBody>
                    <a:bodyPr/>
                    <a:lstStyle/>
                    <a:p>
                      <a:r>
                        <a:rPr lang="en-US"/>
                        <a:t>30 FPS</a:t>
                      </a:r>
                    </a:p>
                  </a:txBody>
                  <a:tcPr>
                    <a:solidFill>
                      <a:srgbClr val="00B050"/>
                    </a:solidFill>
                  </a:tcPr>
                </a:tc>
                <a:extLst>
                  <a:ext uri="{0D108BD9-81ED-4DB2-BD59-A6C34878D82A}">
                    <a16:rowId xmlns:a16="http://schemas.microsoft.com/office/drawing/2014/main" val="3636916823"/>
                  </a:ext>
                </a:extLst>
              </a:tr>
            </a:tbl>
          </a:graphicData>
        </a:graphic>
      </p:graphicFrame>
      <p:pic>
        <p:nvPicPr>
          <p:cNvPr id="5" name="Picture 4">
            <a:extLst>
              <a:ext uri="{FF2B5EF4-FFF2-40B4-BE49-F238E27FC236}">
                <a16:creationId xmlns:a16="http://schemas.microsoft.com/office/drawing/2014/main" id="{47CE2AA0-9EF3-04C3-EC9F-ECC3D28E9168}"/>
              </a:ext>
            </a:extLst>
          </p:cNvPr>
          <p:cNvPicPr>
            <a:picLocks noChangeAspect="1"/>
          </p:cNvPicPr>
          <p:nvPr/>
        </p:nvPicPr>
        <p:blipFill>
          <a:blip r:embed="rId2"/>
          <a:srcRect/>
          <a:stretch>
            <a:fillRect/>
          </a:stretch>
        </p:blipFill>
        <p:spPr>
          <a:xfrm>
            <a:off x="3550401" y="2211458"/>
            <a:ext cx="2201333" cy="1631678"/>
          </a:xfrm>
          <a:prstGeom prst="rect">
            <a:avLst/>
          </a:prstGeom>
        </p:spPr>
      </p:pic>
      <p:pic>
        <p:nvPicPr>
          <p:cNvPr id="10" name="Picture 9">
            <a:extLst>
              <a:ext uri="{FF2B5EF4-FFF2-40B4-BE49-F238E27FC236}">
                <a16:creationId xmlns:a16="http://schemas.microsoft.com/office/drawing/2014/main" id="{68DA8566-95E6-A297-6697-4A2269C720C5}"/>
              </a:ext>
            </a:extLst>
          </p:cNvPr>
          <p:cNvPicPr>
            <a:picLocks noChangeAspect="1"/>
          </p:cNvPicPr>
          <p:nvPr/>
        </p:nvPicPr>
        <p:blipFill>
          <a:blip r:embed="rId3"/>
          <a:srcRect/>
          <a:stretch>
            <a:fillRect/>
          </a:stretch>
        </p:blipFill>
        <p:spPr>
          <a:xfrm>
            <a:off x="6392333" y="2064659"/>
            <a:ext cx="2201333" cy="1824984"/>
          </a:xfrm>
          <a:prstGeom prst="rect">
            <a:avLst/>
          </a:prstGeom>
        </p:spPr>
      </p:pic>
      <p:pic>
        <p:nvPicPr>
          <p:cNvPr id="12" name="Picture 11">
            <a:extLst>
              <a:ext uri="{FF2B5EF4-FFF2-40B4-BE49-F238E27FC236}">
                <a16:creationId xmlns:a16="http://schemas.microsoft.com/office/drawing/2014/main" id="{2D305E92-4083-2576-B3B8-69BEB7FB1FE2}"/>
              </a:ext>
            </a:extLst>
          </p:cNvPr>
          <p:cNvPicPr>
            <a:picLocks noChangeAspect="1"/>
          </p:cNvPicPr>
          <p:nvPr/>
        </p:nvPicPr>
        <p:blipFill>
          <a:blip r:embed="rId4"/>
          <a:srcRect/>
          <a:stretch>
            <a:fillRect/>
          </a:stretch>
        </p:blipFill>
        <p:spPr>
          <a:xfrm>
            <a:off x="9094508" y="2299943"/>
            <a:ext cx="2407107" cy="1443536"/>
          </a:xfrm>
          <a:prstGeom prst="rect">
            <a:avLst/>
          </a:prstGeom>
        </p:spPr>
      </p:pic>
    </p:spTree>
    <p:extLst>
      <p:ext uri="{BB962C8B-B14F-4D97-AF65-F5344CB8AC3E}">
        <p14:creationId xmlns:p14="http://schemas.microsoft.com/office/powerpoint/2010/main" val="219352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33910-F90B-056D-8C18-750ED6653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B542E-8C0B-0251-35D1-0AEDEB22A441}"/>
              </a:ext>
            </a:extLst>
          </p:cNvPr>
          <p:cNvSpPr>
            <a:spLocks noGrp="1"/>
          </p:cNvSpPr>
          <p:nvPr>
            <p:ph type="title"/>
          </p:nvPr>
        </p:nvSpPr>
        <p:spPr>
          <a:xfrm>
            <a:off x="710240" y="196760"/>
            <a:ext cx="10515600" cy="819738"/>
          </a:xfrm>
        </p:spPr>
        <p:txBody>
          <a:bodyPr/>
          <a:lstStyle/>
          <a:p>
            <a:r>
              <a:rPr lang="en-US">
                <a:solidFill>
                  <a:srgbClr val="E2D4CA">
                    <a:alpha val="75000"/>
                  </a:srgbClr>
                </a:solidFill>
              </a:rPr>
              <a:t>Major Component: Motor</a:t>
            </a:r>
          </a:p>
        </p:txBody>
      </p:sp>
      <p:sp>
        <p:nvSpPr>
          <p:cNvPr id="6" name="Slide Number Placeholder 5">
            <a:extLst>
              <a:ext uri="{FF2B5EF4-FFF2-40B4-BE49-F238E27FC236}">
                <a16:creationId xmlns:a16="http://schemas.microsoft.com/office/drawing/2014/main" id="{7EC0EB3C-72D5-FF0D-53B4-EAA086D9879F}"/>
              </a:ext>
            </a:extLst>
          </p:cNvPr>
          <p:cNvSpPr>
            <a:spLocks noGrp="1"/>
          </p:cNvSpPr>
          <p:nvPr>
            <p:ph type="sldNum" sz="quarter" idx="4"/>
          </p:nvPr>
        </p:nvSpPr>
        <p:spPr/>
        <p:txBody>
          <a:bodyPr/>
          <a:lstStyle/>
          <a:p>
            <a:fld id="{AE208ADF-3ADD-483D-A721-14E3EEE2C135}" type="slidenum">
              <a:rPr lang="en-US" smtClean="0"/>
              <a:pPr/>
              <a:t>14</a:t>
            </a:fld>
            <a:endParaRPr lang="en-US"/>
          </a:p>
        </p:txBody>
      </p:sp>
      <p:graphicFrame>
        <p:nvGraphicFramePr>
          <p:cNvPr id="7" name="Table 6">
            <a:extLst>
              <a:ext uri="{FF2B5EF4-FFF2-40B4-BE49-F238E27FC236}">
                <a16:creationId xmlns:a16="http://schemas.microsoft.com/office/drawing/2014/main" id="{C843EB46-0F86-7EE6-8220-07C2578C158D}"/>
              </a:ext>
            </a:extLst>
          </p:cNvPr>
          <p:cNvGraphicFramePr>
            <a:graphicFrameLocks noGrp="1"/>
          </p:cNvGraphicFramePr>
          <p:nvPr>
            <p:extLst>
              <p:ext uri="{D42A27DB-BD31-4B8C-83A1-F6EECF244321}">
                <p14:modId xmlns:p14="http://schemas.microsoft.com/office/powerpoint/2010/main" val="4190217136"/>
              </p:ext>
            </p:extLst>
          </p:nvPr>
        </p:nvGraphicFramePr>
        <p:xfrm>
          <a:off x="528320" y="1016498"/>
          <a:ext cx="11135360" cy="4886746"/>
        </p:xfrm>
        <a:graphic>
          <a:graphicData uri="http://schemas.openxmlformats.org/drawingml/2006/table">
            <a:tbl>
              <a:tblPr firstRow="1" bandRow="1">
                <a:tableStyleId>{5C22544A-7EE6-4342-B048-85BDC9FD1C3A}</a:tableStyleId>
              </a:tblPr>
              <a:tblGrid>
                <a:gridCol w="2772410">
                  <a:extLst>
                    <a:ext uri="{9D8B030D-6E8A-4147-A177-3AD203B41FA5}">
                      <a16:colId xmlns:a16="http://schemas.microsoft.com/office/drawing/2014/main" val="1620326556"/>
                    </a:ext>
                  </a:extLst>
                </a:gridCol>
                <a:gridCol w="2787650">
                  <a:extLst>
                    <a:ext uri="{9D8B030D-6E8A-4147-A177-3AD203B41FA5}">
                      <a16:colId xmlns:a16="http://schemas.microsoft.com/office/drawing/2014/main" val="3768017218"/>
                    </a:ext>
                  </a:extLst>
                </a:gridCol>
                <a:gridCol w="2787650">
                  <a:extLst>
                    <a:ext uri="{9D8B030D-6E8A-4147-A177-3AD203B41FA5}">
                      <a16:colId xmlns:a16="http://schemas.microsoft.com/office/drawing/2014/main" val="3244852275"/>
                    </a:ext>
                  </a:extLst>
                </a:gridCol>
                <a:gridCol w="2787650">
                  <a:extLst>
                    <a:ext uri="{9D8B030D-6E8A-4147-A177-3AD203B41FA5}">
                      <a16:colId xmlns:a16="http://schemas.microsoft.com/office/drawing/2014/main" val="179188705"/>
                    </a:ext>
                  </a:extLst>
                </a:gridCol>
              </a:tblGrid>
              <a:tr h="940791">
                <a:tc>
                  <a:txBody>
                    <a:bodyPr/>
                    <a:lstStyle/>
                    <a:p>
                      <a:r>
                        <a:rPr lang="en-US"/>
                        <a:t>Motor Driver</a:t>
                      </a:r>
                    </a:p>
                  </a:txBody>
                  <a:tcPr/>
                </a:tc>
                <a:tc>
                  <a:txBody>
                    <a:bodyPr/>
                    <a:lstStyle/>
                    <a:p>
                      <a:pPr lvl="0" algn="l">
                        <a:lnSpc>
                          <a:spcPct val="100000"/>
                        </a:lnSpc>
                        <a:spcBef>
                          <a:spcPts val="0"/>
                        </a:spcBef>
                        <a:spcAft>
                          <a:spcPts val="0"/>
                        </a:spcAft>
                        <a:buNone/>
                      </a:pPr>
                      <a:r>
                        <a:rPr lang="en-US">
                          <a:solidFill>
                            <a:srgbClr val="FF0000"/>
                          </a:solidFill>
                          <a:latin typeface="Arial"/>
                          <a:cs typeface="Arial"/>
                        </a:rPr>
                        <a:t>90 watt 60D Planetary Gear Motor</a:t>
                      </a:r>
                    </a:p>
                  </a:txBody>
                  <a:tcPr/>
                </a:tc>
                <a:tc>
                  <a:txBody>
                    <a:bodyPr/>
                    <a:lstStyle/>
                    <a:p>
                      <a:pPr marL="0" lvl="0" algn="l" defTabSz="914400" rtl="0" eaLnBrk="1" latinLnBrk="0" hangingPunct="1">
                        <a:lnSpc>
                          <a:spcPct val="100000"/>
                        </a:lnSpc>
                        <a:spcBef>
                          <a:spcPts val="0"/>
                        </a:spcBef>
                        <a:spcAft>
                          <a:spcPts val="0"/>
                        </a:spcAft>
                        <a:buNone/>
                      </a:pPr>
                      <a:r>
                        <a:rPr lang="en-US" sz="1800" b="1" kern="1200">
                          <a:solidFill>
                            <a:srgbClr val="FF0000"/>
                          </a:solidFill>
                          <a:latin typeface="Arial"/>
                          <a:ea typeface="+mn-ea"/>
                          <a:cs typeface="Arial"/>
                        </a:rPr>
                        <a:t>70:1 Metal Gearmotor 37Dx54L</a:t>
                      </a:r>
                      <a:endParaRPr lang="en-US"/>
                    </a:p>
                  </a:txBody>
                  <a:tcPr/>
                </a:tc>
                <a:tc>
                  <a:txBody>
                    <a:bodyPr/>
                    <a:lstStyle/>
                    <a:p>
                      <a:pPr lvl="0" algn="l">
                        <a:lnSpc>
                          <a:spcPct val="100000"/>
                        </a:lnSpc>
                        <a:spcBef>
                          <a:spcPts val="0"/>
                        </a:spcBef>
                        <a:spcAft>
                          <a:spcPts val="0"/>
                        </a:spcAft>
                        <a:buNone/>
                      </a:pPr>
                      <a:r>
                        <a:rPr lang="en-US" sz="1800" b="1" kern="1200">
                          <a:solidFill>
                            <a:srgbClr val="00B050"/>
                          </a:solidFill>
                          <a:latin typeface="Arial"/>
                          <a:ea typeface="+mn-ea"/>
                          <a:cs typeface="Arial"/>
                        </a:rPr>
                        <a:t>Thor 2318 Planetary Gear Brushless Motor</a:t>
                      </a:r>
                    </a:p>
                  </a:txBody>
                  <a:tcPr/>
                </a:tc>
                <a:extLst>
                  <a:ext uri="{0D108BD9-81ED-4DB2-BD59-A6C34878D82A}">
                    <a16:rowId xmlns:a16="http://schemas.microsoft.com/office/drawing/2014/main" val="3357139750"/>
                  </a:ext>
                </a:extLst>
              </a:tr>
              <a:tr h="2022528">
                <a:tc>
                  <a:txBody>
                    <a:bodyPr/>
                    <a:lstStyle/>
                    <a:p>
                      <a:r>
                        <a:rPr lang="en-US"/>
                        <a:t>Image</a:t>
                      </a:r>
                    </a:p>
                  </a:txBody>
                  <a:tcPr/>
                </a:tc>
                <a:tc>
                  <a:txBody>
                    <a:bodyPr/>
                    <a:lstStyle/>
                    <a:p>
                      <a:endParaRPr lang="en-US"/>
                    </a:p>
                  </a:txBody>
                  <a:tcPr/>
                </a:tc>
                <a:tc>
                  <a:txBody>
                    <a:bodyPr/>
                    <a:lstStyle/>
                    <a:p>
                      <a:pPr lvl="0">
                        <a:buNone/>
                      </a:pPr>
                      <a:endParaRPr lang="en-US"/>
                    </a:p>
                  </a:txBody>
                  <a:tcPr/>
                </a:tc>
                <a:tc>
                  <a:txBody>
                    <a:bodyPr/>
                    <a:lstStyle/>
                    <a:p>
                      <a:endParaRPr lang="en-US"/>
                    </a:p>
                  </a:txBody>
                  <a:tcPr/>
                </a:tc>
                <a:extLst>
                  <a:ext uri="{0D108BD9-81ED-4DB2-BD59-A6C34878D82A}">
                    <a16:rowId xmlns:a16="http://schemas.microsoft.com/office/drawing/2014/main" val="2906204391"/>
                  </a:ext>
                </a:extLst>
              </a:tr>
              <a:tr h="446420">
                <a:tc>
                  <a:txBody>
                    <a:bodyPr/>
                    <a:lstStyle/>
                    <a:p>
                      <a:r>
                        <a:rPr lang="en-US"/>
                        <a:t>Cost</a:t>
                      </a:r>
                    </a:p>
                  </a:txBody>
                  <a:tcPr/>
                </a:tc>
                <a:tc>
                  <a:txBody>
                    <a:bodyPr/>
                    <a:lstStyle/>
                    <a:p>
                      <a:pPr algn="r"/>
                      <a:r>
                        <a:rPr lang="en-US">
                          <a:latin typeface="Arial"/>
                          <a:ea typeface="Calibri"/>
                          <a:cs typeface="Arial"/>
                        </a:rPr>
                        <a:t>(1) $123.50</a:t>
                      </a:r>
                    </a:p>
                  </a:txBody>
                  <a:tcPr>
                    <a:solidFill>
                      <a:srgbClr val="00B050"/>
                    </a:solidFill>
                  </a:tcPr>
                </a:tc>
                <a:tc>
                  <a:txBody>
                    <a:bodyPr/>
                    <a:lstStyle/>
                    <a:p>
                      <a:pPr lvl="0" algn="r">
                        <a:buNone/>
                      </a:pPr>
                      <a:r>
                        <a:rPr lang="en-US" sz="1800" kern="1200" noProof="0">
                          <a:solidFill>
                            <a:schemeClr val="dk1"/>
                          </a:solidFill>
                          <a:latin typeface="Arial"/>
                          <a:ea typeface="Calibri"/>
                          <a:cs typeface="Arial"/>
                        </a:rPr>
                        <a:t>(4) $143.80</a:t>
                      </a:r>
                      <a:endParaRPr lang="en-US" sz="1800" kern="1200">
                        <a:solidFill>
                          <a:schemeClr val="dk1"/>
                        </a:solidFill>
                        <a:latin typeface="Arial"/>
                        <a:ea typeface="Calibri"/>
                        <a:cs typeface="Arial"/>
                      </a:endParaRPr>
                    </a:p>
                  </a:txBody>
                  <a:tcPr>
                    <a:solidFill>
                      <a:srgbClr val="FFFF00"/>
                    </a:solidFill>
                  </a:tcPr>
                </a:tc>
                <a:tc>
                  <a:txBody>
                    <a:bodyPr/>
                    <a:lstStyle/>
                    <a:p>
                      <a:pPr algn="r"/>
                      <a:r>
                        <a:rPr lang="en-US">
                          <a:latin typeface="Arial"/>
                          <a:cs typeface="Arial"/>
                        </a:rPr>
                        <a:t>(4) $239.96</a:t>
                      </a:r>
                    </a:p>
                  </a:txBody>
                  <a:tcPr>
                    <a:solidFill>
                      <a:srgbClr val="FF0000"/>
                    </a:solidFill>
                  </a:tcPr>
                </a:tc>
                <a:extLst>
                  <a:ext uri="{0D108BD9-81ED-4DB2-BD59-A6C34878D82A}">
                    <a16:rowId xmlns:a16="http://schemas.microsoft.com/office/drawing/2014/main" val="1876405736"/>
                  </a:ext>
                </a:extLst>
              </a:tr>
              <a:tr h="489698">
                <a:tc>
                  <a:txBody>
                    <a:bodyPr/>
                    <a:lstStyle/>
                    <a:p>
                      <a:pPr lvl="0">
                        <a:buNone/>
                      </a:pPr>
                      <a:r>
                        <a:rPr lang="en-US"/>
                        <a:t>Power</a:t>
                      </a:r>
                    </a:p>
                  </a:txBody>
                  <a:tcPr/>
                </a:tc>
                <a:tc>
                  <a:txBody>
                    <a:bodyPr/>
                    <a:lstStyle/>
                    <a:p>
                      <a:pPr algn="r"/>
                      <a:r>
                        <a:rPr lang="en-US">
                          <a:latin typeface="Arial"/>
                          <a:ea typeface="Calibri"/>
                          <a:cs typeface="Arial"/>
                        </a:rPr>
                        <a:t>90 W</a:t>
                      </a:r>
                    </a:p>
                  </a:txBody>
                  <a:tcPr>
                    <a:solidFill>
                      <a:srgbClr val="FF0000"/>
                    </a:solidFill>
                  </a:tcPr>
                </a:tc>
                <a:tc>
                  <a:txBody>
                    <a:bodyPr/>
                    <a:lstStyle/>
                    <a:p>
                      <a:pPr algn="r"/>
                      <a:r>
                        <a:rPr lang="en-US">
                          <a:latin typeface="Arial"/>
                          <a:cs typeface="Arial"/>
                        </a:rPr>
                        <a:t>10 W</a:t>
                      </a:r>
                    </a:p>
                  </a:txBody>
                  <a:tcPr>
                    <a:solidFill>
                      <a:srgbClr val="00B050"/>
                    </a:solidFill>
                  </a:tcPr>
                </a:tc>
                <a:tc>
                  <a:txBody>
                    <a:bodyPr/>
                    <a:lstStyle/>
                    <a:p>
                      <a:pPr algn="r"/>
                      <a:r>
                        <a:rPr lang="en-US">
                          <a:latin typeface="Arial"/>
                          <a:cs typeface="Arial"/>
                        </a:rPr>
                        <a:t>60 W</a:t>
                      </a:r>
                    </a:p>
                  </a:txBody>
                  <a:tcPr>
                    <a:solidFill>
                      <a:srgbClr val="FFFF00"/>
                    </a:solidFill>
                  </a:tcPr>
                </a:tc>
                <a:extLst>
                  <a:ext uri="{0D108BD9-81ED-4DB2-BD59-A6C34878D82A}">
                    <a16:rowId xmlns:a16="http://schemas.microsoft.com/office/drawing/2014/main" val="962549493"/>
                  </a:ext>
                </a:extLst>
              </a:tr>
              <a:tr h="480724">
                <a:tc>
                  <a:txBody>
                    <a:bodyPr/>
                    <a:lstStyle/>
                    <a:p>
                      <a:pPr lvl="0">
                        <a:buNone/>
                      </a:pPr>
                      <a:r>
                        <a:rPr lang="en-US"/>
                        <a:t>Rated Torque and Speed</a:t>
                      </a:r>
                    </a:p>
                  </a:txBody>
                  <a:tcPr/>
                </a:tc>
                <a:tc>
                  <a:txBody>
                    <a:bodyPr/>
                    <a:lstStyle/>
                    <a:p>
                      <a:pPr lvl="0" algn="r">
                        <a:lnSpc>
                          <a:spcPct val="100000"/>
                        </a:lnSpc>
                        <a:spcBef>
                          <a:spcPts val="0"/>
                        </a:spcBef>
                        <a:spcAft>
                          <a:spcPts val="0"/>
                        </a:spcAft>
                        <a:buNone/>
                      </a:pPr>
                      <a:r>
                        <a:rPr lang="en-US" sz="1800" b="0" i="0" u="none" strike="noStrike" noProof="0">
                          <a:solidFill>
                            <a:srgbClr val="000000"/>
                          </a:solidFill>
                          <a:latin typeface="Arial"/>
                          <a:cs typeface="Arial"/>
                        </a:rPr>
                        <a:t>9.7 Nm</a:t>
                      </a:r>
                      <a:r>
                        <a:rPr lang="en-US">
                          <a:latin typeface="Arial"/>
                          <a:cs typeface="Arial"/>
                        </a:rPr>
                        <a:t> @ 89 Rpm</a:t>
                      </a:r>
                      <a:endParaRPr lang="en-US"/>
                    </a:p>
                  </a:txBody>
                  <a:tcPr>
                    <a:solidFill>
                      <a:srgbClr val="FF0000"/>
                    </a:solidFill>
                  </a:tcPr>
                </a:tc>
                <a:tc>
                  <a:txBody>
                    <a:bodyPr/>
                    <a:lstStyle/>
                    <a:p>
                      <a:pPr lvl="0" algn="r">
                        <a:lnSpc>
                          <a:spcPct val="100000"/>
                        </a:lnSpc>
                        <a:spcBef>
                          <a:spcPts val="0"/>
                        </a:spcBef>
                        <a:spcAft>
                          <a:spcPts val="0"/>
                        </a:spcAft>
                        <a:buNone/>
                      </a:pPr>
                      <a:r>
                        <a:rPr lang="en-US" sz="1800" b="0" i="0" u="none" strike="noStrike" noProof="0">
                          <a:solidFill>
                            <a:srgbClr val="000000"/>
                          </a:solidFill>
                          <a:latin typeface="Arial"/>
                          <a:cs typeface="Arial"/>
                        </a:rPr>
                        <a:t>2.7 Nm @ </a:t>
                      </a:r>
                      <a:r>
                        <a:rPr lang="en-US">
                          <a:latin typeface="Arial"/>
                          <a:cs typeface="Arial"/>
                        </a:rPr>
                        <a:t>150 Rpm</a:t>
                      </a:r>
                      <a:endParaRPr lang="en-US"/>
                    </a:p>
                  </a:txBody>
                  <a:tcPr>
                    <a:solidFill>
                      <a:srgbClr val="FFFF00"/>
                    </a:solidFill>
                  </a:tcPr>
                </a:tc>
                <a:tc>
                  <a:txBody>
                    <a:bodyPr/>
                    <a:lstStyle/>
                    <a:p>
                      <a:pPr lvl="0" algn="r">
                        <a:lnSpc>
                          <a:spcPct val="100000"/>
                        </a:lnSpc>
                        <a:spcBef>
                          <a:spcPts val="0"/>
                        </a:spcBef>
                        <a:spcAft>
                          <a:spcPts val="0"/>
                        </a:spcAft>
                        <a:buNone/>
                      </a:pPr>
                      <a:r>
                        <a:rPr lang="en-US" sz="1800" b="0" i="0" u="none" strike="noStrike" noProof="0">
                          <a:solidFill>
                            <a:srgbClr val="000000"/>
                          </a:solidFill>
                          <a:latin typeface="Arial"/>
                          <a:cs typeface="Arial"/>
                        </a:rPr>
                        <a:t>2.7 Nm</a:t>
                      </a:r>
                      <a:r>
                        <a:rPr lang="en-US">
                          <a:latin typeface="Arial"/>
                          <a:cs typeface="Arial"/>
                        </a:rPr>
                        <a:t> @ 215 Rpm</a:t>
                      </a:r>
                      <a:endParaRPr lang="en-US"/>
                    </a:p>
                  </a:txBody>
                  <a:tcPr>
                    <a:solidFill>
                      <a:srgbClr val="00B050"/>
                    </a:solidFill>
                  </a:tcPr>
                </a:tc>
                <a:extLst>
                  <a:ext uri="{0D108BD9-81ED-4DB2-BD59-A6C34878D82A}">
                    <a16:rowId xmlns:a16="http://schemas.microsoft.com/office/drawing/2014/main" val="2005400376"/>
                  </a:ext>
                </a:extLst>
              </a:tr>
              <a:tr h="506585">
                <a:tc>
                  <a:txBody>
                    <a:bodyPr/>
                    <a:lstStyle/>
                    <a:p>
                      <a:r>
                        <a:rPr lang="en-US"/>
                        <a:t>Brushless</a:t>
                      </a:r>
                      <a:endParaRPr lang="en-US" err="1"/>
                    </a:p>
                  </a:txBody>
                  <a:tcPr/>
                </a:tc>
                <a:tc>
                  <a:txBody>
                    <a:bodyPr/>
                    <a:lstStyle/>
                    <a:p>
                      <a:pPr algn="r"/>
                      <a:r>
                        <a:rPr lang="en-US">
                          <a:latin typeface="Arial"/>
                          <a:cs typeface="Arial"/>
                        </a:rPr>
                        <a:t>No</a:t>
                      </a:r>
                    </a:p>
                  </a:txBody>
                  <a:tcPr>
                    <a:solidFill>
                      <a:srgbClr val="FF0000"/>
                    </a:solidFill>
                  </a:tcPr>
                </a:tc>
                <a:tc>
                  <a:txBody>
                    <a:bodyPr/>
                    <a:lstStyle/>
                    <a:p>
                      <a:pPr algn="r"/>
                      <a:r>
                        <a:rPr lang="en-US">
                          <a:latin typeface="Arial"/>
                          <a:cs typeface="Arial"/>
                        </a:rPr>
                        <a:t>No</a:t>
                      </a:r>
                    </a:p>
                  </a:txBody>
                  <a:tcPr>
                    <a:solidFill>
                      <a:srgbClr val="FF0000"/>
                    </a:solidFill>
                  </a:tcPr>
                </a:tc>
                <a:tc>
                  <a:txBody>
                    <a:bodyPr/>
                    <a:lstStyle/>
                    <a:p>
                      <a:pPr algn="r"/>
                      <a:r>
                        <a:rPr lang="en-US">
                          <a:latin typeface="Arial"/>
                          <a:cs typeface="Arial"/>
                        </a:rPr>
                        <a:t>Yes</a:t>
                      </a:r>
                    </a:p>
                  </a:txBody>
                  <a:tcPr>
                    <a:solidFill>
                      <a:srgbClr val="00B050"/>
                    </a:solidFill>
                  </a:tcPr>
                </a:tc>
                <a:extLst>
                  <a:ext uri="{0D108BD9-81ED-4DB2-BD59-A6C34878D82A}">
                    <a16:rowId xmlns:a16="http://schemas.microsoft.com/office/drawing/2014/main" val="440223174"/>
                  </a:ext>
                </a:extLst>
              </a:tr>
            </a:tbl>
          </a:graphicData>
        </a:graphic>
      </p:graphicFrame>
      <p:pic>
        <p:nvPicPr>
          <p:cNvPr id="3" name="Picture 2" descr="90 watt 60D Planetary Gear Motor with high torque 24V - 106RPM">
            <a:extLst>
              <a:ext uri="{FF2B5EF4-FFF2-40B4-BE49-F238E27FC236}">
                <a16:creationId xmlns:a16="http://schemas.microsoft.com/office/drawing/2014/main" id="{9B944BA4-49D4-5CF1-A87A-DCF1EBD76A2E}"/>
              </a:ext>
            </a:extLst>
          </p:cNvPr>
          <p:cNvPicPr>
            <a:picLocks noChangeAspect="1"/>
          </p:cNvPicPr>
          <p:nvPr/>
        </p:nvPicPr>
        <p:blipFill>
          <a:blip r:embed="rId2"/>
          <a:srcRect/>
          <a:stretch>
            <a:fillRect/>
          </a:stretch>
        </p:blipFill>
        <p:spPr>
          <a:xfrm>
            <a:off x="3505200" y="1988508"/>
            <a:ext cx="2347726" cy="1941535"/>
          </a:xfrm>
          <a:prstGeom prst="rect">
            <a:avLst/>
          </a:prstGeom>
        </p:spPr>
      </p:pic>
      <p:pic>
        <p:nvPicPr>
          <p:cNvPr id="4" name="Picture 3">
            <a:extLst>
              <a:ext uri="{FF2B5EF4-FFF2-40B4-BE49-F238E27FC236}">
                <a16:creationId xmlns:a16="http://schemas.microsoft.com/office/drawing/2014/main" id="{73BB4ECA-9F11-3FC4-833F-19AF1F59D81D}"/>
              </a:ext>
            </a:extLst>
          </p:cNvPr>
          <p:cNvPicPr>
            <a:picLocks noChangeAspect="1"/>
          </p:cNvPicPr>
          <p:nvPr/>
        </p:nvPicPr>
        <p:blipFill>
          <a:blip r:embed="rId3"/>
          <a:srcRect/>
          <a:stretch>
            <a:fillRect/>
          </a:stretch>
        </p:blipFill>
        <p:spPr>
          <a:xfrm>
            <a:off x="6290154" y="1987254"/>
            <a:ext cx="2430048" cy="1944039"/>
          </a:xfrm>
          <a:prstGeom prst="rect">
            <a:avLst/>
          </a:prstGeom>
        </p:spPr>
      </p:pic>
      <p:pic>
        <p:nvPicPr>
          <p:cNvPr id="5" name="Picture 4">
            <a:extLst>
              <a:ext uri="{FF2B5EF4-FFF2-40B4-BE49-F238E27FC236}">
                <a16:creationId xmlns:a16="http://schemas.microsoft.com/office/drawing/2014/main" id="{3C74F5AA-7D21-A51C-3B40-E2FA920CC5D4}"/>
              </a:ext>
            </a:extLst>
          </p:cNvPr>
          <p:cNvPicPr>
            <a:picLocks noChangeAspect="1"/>
          </p:cNvPicPr>
          <p:nvPr/>
        </p:nvPicPr>
        <p:blipFill>
          <a:blip r:embed="rId4"/>
          <a:srcRect/>
          <a:stretch>
            <a:fillRect/>
          </a:stretch>
        </p:blipFill>
        <p:spPr>
          <a:xfrm>
            <a:off x="9316233" y="2009383"/>
            <a:ext cx="1910219" cy="1910219"/>
          </a:xfrm>
          <a:prstGeom prst="rect">
            <a:avLst/>
          </a:prstGeom>
        </p:spPr>
      </p:pic>
    </p:spTree>
    <p:extLst>
      <p:ext uri="{BB962C8B-B14F-4D97-AF65-F5344CB8AC3E}">
        <p14:creationId xmlns:p14="http://schemas.microsoft.com/office/powerpoint/2010/main" val="3055688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C0755-9A81-4C2A-9F48-7B0CF685B25F}"/>
              </a:ext>
            </a:extLst>
          </p:cNvPr>
          <p:cNvSpPr>
            <a:spLocks noGrp="1"/>
          </p:cNvSpPr>
          <p:nvPr>
            <p:ph type="title"/>
          </p:nvPr>
        </p:nvSpPr>
        <p:spPr>
          <a:xfrm>
            <a:off x="838200" y="662427"/>
            <a:ext cx="10515600" cy="819738"/>
          </a:xfrm>
        </p:spPr>
        <p:txBody>
          <a:bodyPr/>
          <a:lstStyle/>
          <a:p>
            <a:r>
              <a:rPr lang="en-US">
                <a:solidFill>
                  <a:srgbClr val="ABA69D">
                    <a:alpha val="75000"/>
                  </a:srgbClr>
                </a:solidFill>
              </a:rPr>
              <a:t>Gannt Chart</a:t>
            </a:r>
          </a:p>
        </p:txBody>
      </p:sp>
      <p:sp>
        <p:nvSpPr>
          <p:cNvPr id="66" name="Slide Number Placeholder 65">
            <a:extLst>
              <a:ext uri="{FF2B5EF4-FFF2-40B4-BE49-F238E27FC236}">
                <a16:creationId xmlns:a16="http://schemas.microsoft.com/office/drawing/2014/main" id="{66335940-4EDC-4550-8115-003BDF496E63}"/>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15</a:t>
            </a:fld>
            <a:endParaRPr lang="en-US"/>
          </a:p>
        </p:txBody>
      </p:sp>
      <p:pic>
        <p:nvPicPr>
          <p:cNvPr id="8" name="Content Placeholder 7">
            <a:extLst>
              <a:ext uri="{FF2B5EF4-FFF2-40B4-BE49-F238E27FC236}">
                <a16:creationId xmlns:a16="http://schemas.microsoft.com/office/drawing/2014/main" id="{F8F0ECE9-8D1D-90B6-8280-0F0ACD60E37D}"/>
              </a:ext>
            </a:extLst>
          </p:cNvPr>
          <p:cNvPicPr>
            <a:picLocks noGrp="1" noChangeAspect="1"/>
          </p:cNvPicPr>
          <p:nvPr>
            <p:ph idx="1"/>
          </p:nvPr>
        </p:nvPicPr>
        <p:blipFill>
          <a:blip r:embed="rId2"/>
          <a:stretch>
            <a:fillRect/>
          </a:stretch>
        </p:blipFill>
        <p:spPr>
          <a:xfrm>
            <a:off x="633462" y="1475120"/>
            <a:ext cx="9544851" cy="4824788"/>
          </a:xfrm>
          <a:prstGeom prst="rect">
            <a:avLst/>
          </a:prstGeom>
        </p:spPr>
      </p:pic>
      <p:pic>
        <p:nvPicPr>
          <p:cNvPr id="9" name="Picture 8" descr="A chart of progress and complete&#10;&#10;AI-generated content may be incorrect.">
            <a:extLst>
              <a:ext uri="{FF2B5EF4-FFF2-40B4-BE49-F238E27FC236}">
                <a16:creationId xmlns:a16="http://schemas.microsoft.com/office/drawing/2014/main" id="{B4AC3769-7BAF-8988-F412-985E0FB6166E}"/>
              </a:ext>
            </a:extLst>
          </p:cNvPr>
          <p:cNvPicPr>
            <a:picLocks noChangeAspect="1"/>
          </p:cNvPicPr>
          <p:nvPr/>
        </p:nvPicPr>
        <p:blipFill>
          <a:blip r:embed="rId3"/>
          <a:stretch>
            <a:fillRect/>
          </a:stretch>
        </p:blipFill>
        <p:spPr>
          <a:xfrm>
            <a:off x="10187752" y="1478726"/>
            <a:ext cx="1987985" cy="1333500"/>
          </a:xfrm>
          <a:prstGeom prst="rect">
            <a:avLst/>
          </a:prstGeom>
        </p:spPr>
      </p:pic>
      <p:sp>
        <p:nvSpPr>
          <p:cNvPr id="10" name="TextBox 9">
            <a:extLst>
              <a:ext uri="{FF2B5EF4-FFF2-40B4-BE49-F238E27FC236}">
                <a16:creationId xmlns:a16="http://schemas.microsoft.com/office/drawing/2014/main" id="{A722AC7E-CE23-DC56-DFA3-D0EF5E7B3703}"/>
              </a:ext>
            </a:extLst>
          </p:cNvPr>
          <p:cNvSpPr txBox="1"/>
          <p:nvPr/>
        </p:nvSpPr>
        <p:spPr>
          <a:xfrm>
            <a:off x="10044729" y="889377"/>
            <a:ext cx="172452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solidFill>
                  <a:srgbClr val="ABA69D"/>
                </a:solidFill>
              </a:rPr>
              <a:t>Rubric:</a:t>
            </a:r>
          </a:p>
        </p:txBody>
      </p:sp>
    </p:spTree>
    <p:extLst>
      <p:ext uri="{BB962C8B-B14F-4D97-AF65-F5344CB8AC3E}">
        <p14:creationId xmlns:p14="http://schemas.microsoft.com/office/powerpoint/2010/main" val="3358986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A4CC-7939-ECBF-84DD-5DACD7122B04}"/>
              </a:ext>
            </a:extLst>
          </p:cNvPr>
          <p:cNvSpPr>
            <a:spLocks noGrp="1"/>
          </p:cNvSpPr>
          <p:nvPr>
            <p:ph type="title"/>
          </p:nvPr>
        </p:nvSpPr>
        <p:spPr>
          <a:xfrm>
            <a:off x="594360" y="235707"/>
            <a:ext cx="10515600" cy="819738"/>
          </a:xfrm>
        </p:spPr>
        <p:txBody>
          <a:bodyPr>
            <a:normAutofit fontScale="90000"/>
          </a:bodyPr>
          <a:lstStyle/>
          <a:p>
            <a:r>
              <a:rPr lang="en-US">
                <a:solidFill>
                  <a:srgbClr val="E2D4CA">
                    <a:alpha val="75000"/>
                  </a:srgbClr>
                </a:solidFill>
              </a:rPr>
              <a:t>Subsystem Deliverables</a:t>
            </a:r>
            <a:br>
              <a:rPr lang="en-US">
                <a:solidFill>
                  <a:srgbClr val="E2D4CA">
                    <a:alpha val="75000"/>
                  </a:srgbClr>
                </a:solidFill>
              </a:rPr>
            </a:br>
            <a:r>
              <a:rPr lang="en-US">
                <a:solidFill>
                  <a:srgbClr val="E2D4CA">
                    <a:alpha val="75000"/>
                  </a:srgbClr>
                </a:solidFill>
              </a:rPr>
              <a:t>John Allen ( Communication)</a:t>
            </a:r>
            <a:endParaRPr lang="en-US"/>
          </a:p>
        </p:txBody>
      </p:sp>
      <p:sp>
        <p:nvSpPr>
          <p:cNvPr id="6" name="Slide Number Placeholder 5">
            <a:extLst>
              <a:ext uri="{FF2B5EF4-FFF2-40B4-BE49-F238E27FC236}">
                <a16:creationId xmlns:a16="http://schemas.microsoft.com/office/drawing/2014/main" id="{EEF10768-FB0B-98A2-360F-F2FA936698A3}"/>
              </a:ext>
            </a:extLst>
          </p:cNvPr>
          <p:cNvSpPr>
            <a:spLocks noGrp="1"/>
          </p:cNvSpPr>
          <p:nvPr>
            <p:ph type="sldNum" sz="quarter" idx="4"/>
          </p:nvPr>
        </p:nvSpPr>
        <p:spPr/>
        <p:txBody>
          <a:bodyPr/>
          <a:lstStyle/>
          <a:p>
            <a:fld id="{AE208ADF-3ADD-483D-A721-14E3EEE2C135}" type="slidenum">
              <a:rPr lang="en-US" smtClean="0"/>
              <a:pPr/>
              <a:t>16</a:t>
            </a:fld>
            <a:endParaRPr lang="en-US"/>
          </a:p>
        </p:txBody>
      </p:sp>
      <p:pic>
        <p:nvPicPr>
          <p:cNvPr id="8" name="Picture 7">
            <a:extLst>
              <a:ext uri="{FF2B5EF4-FFF2-40B4-BE49-F238E27FC236}">
                <a16:creationId xmlns:a16="http://schemas.microsoft.com/office/drawing/2014/main" id="{70B72511-70F4-F679-FBAA-0E19BE480F3B}"/>
              </a:ext>
            </a:extLst>
          </p:cNvPr>
          <p:cNvPicPr>
            <a:picLocks noChangeAspect="1"/>
          </p:cNvPicPr>
          <p:nvPr/>
        </p:nvPicPr>
        <p:blipFill>
          <a:blip r:embed="rId2"/>
          <a:stretch>
            <a:fillRect/>
          </a:stretch>
        </p:blipFill>
        <p:spPr>
          <a:xfrm>
            <a:off x="1323034" y="1261941"/>
            <a:ext cx="8826805" cy="5360352"/>
          </a:xfrm>
          <a:prstGeom prst="rect">
            <a:avLst/>
          </a:prstGeom>
        </p:spPr>
      </p:pic>
    </p:spTree>
    <p:extLst>
      <p:ext uri="{BB962C8B-B14F-4D97-AF65-F5344CB8AC3E}">
        <p14:creationId xmlns:p14="http://schemas.microsoft.com/office/powerpoint/2010/main" val="1622738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A33B1-6AF4-8A13-AD34-AE8CA7AE7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6DA73-E39E-DD1A-4F08-0B060B31EE36}"/>
              </a:ext>
            </a:extLst>
          </p:cNvPr>
          <p:cNvSpPr>
            <a:spLocks noGrp="1"/>
          </p:cNvSpPr>
          <p:nvPr>
            <p:ph type="title"/>
          </p:nvPr>
        </p:nvSpPr>
        <p:spPr>
          <a:xfrm>
            <a:off x="838200" y="464524"/>
            <a:ext cx="10515600" cy="819738"/>
          </a:xfrm>
        </p:spPr>
        <p:txBody>
          <a:bodyPr>
            <a:normAutofit fontScale="90000"/>
          </a:bodyPr>
          <a:lstStyle/>
          <a:p>
            <a:r>
              <a:rPr lang="en-US">
                <a:solidFill>
                  <a:srgbClr val="E2D4CA">
                    <a:alpha val="75000"/>
                  </a:srgbClr>
                </a:solidFill>
              </a:rPr>
              <a:t>Subsystem Deliverables</a:t>
            </a:r>
            <a:br>
              <a:rPr lang="en-US">
                <a:solidFill>
                  <a:srgbClr val="E2D4CA">
                    <a:alpha val="75000"/>
                  </a:srgbClr>
                </a:solidFill>
              </a:rPr>
            </a:br>
            <a:r>
              <a:rPr lang="en-US">
                <a:solidFill>
                  <a:srgbClr val="E2D4CA">
                    <a:alpha val="75000"/>
                  </a:srgbClr>
                </a:solidFill>
              </a:rPr>
              <a:t>Alten Reeves (Locomotion)</a:t>
            </a:r>
            <a:br>
              <a:rPr lang="en-US">
                <a:solidFill>
                  <a:srgbClr val="E2D4CA">
                    <a:alpha val="75000"/>
                  </a:srgbClr>
                </a:solidFill>
              </a:rPr>
            </a:br>
            <a:r>
              <a:rPr lang="en-US">
                <a:solidFill>
                  <a:srgbClr val="E2D4CA">
                    <a:alpha val="75000"/>
                  </a:srgbClr>
                </a:solidFill>
              </a:rPr>
              <a:t>Gerardo Hernandez (Data Analysis)</a:t>
            </a:r>
            <a:endParaRPr lang="en-US"/>
          </a:p>
        </p:txBody>
      </p:sp>
      <p:sp>
        <p:nvSpPr>
          <p:cNvPr id="6" name="Slide Number Placeholder 5">
            <a:extLst>
              <a:ext uri="{FF2B5EF4-FFF2-40B4-BE49-F238E27FC236}">
                <a16:creationId xmlns:a16="http://schemas.microsoft.com/office/drawing/2014/main" id="{168FE3DE-1067-C114-8E70-754A0C8BA5C7}"/>
              </a:ext>
            </a:extLst>
          </p:cNvPr>
          <p:cNvSpPr>
            <a:spLocks noGrp="1"/>
          </p:cNvSpPr>
          <p:nvPr>
            <p:ph type="sldNum" sz="quarter" idx="4"/>
          </p:nvPr>
        </p:nvSpPr>
        <p:spPr/>
        <p:txBody>
          <a:bodyPr/>
          <a:lstStyle/>
          <a:p>
            <a:fld id="{AE208ADF-3ADD-483D-A721-14E3EEE2C135}" type="slidenum">
              <a:rPr lang="en-US" smtClean="0"/>
              <a:pPr/>
              <a:t>17</a:t>
            </a:fld>
            <a:endParaRPr lang="en-US"/>
          </a:p>
        </p:txBody>
      </p:sp>
      <p:pic>
        <p:nvPicPr>
          <p:cNvPr id="15" name="Picture 14">
            <a:extLst>
              <a:ext uri="{FF2B5EF4-FFF2-40B4-BE49-F238E27FC236}">
                <a16:creationId xmlns:a16="http://schemas.microsoft.com/office/drawing/2014/main" id="{AC74EFCD-8313-AF58-F931-F2007CBB584F}"/>
              </a:ext>
            </a:extLst>
          </p:cNvPr>
          <p:cNvPicPr>
            <a:picLocks noChangeAspect="1"/>
          </p:cNvPicPr>
          <p:nvPr/>
        </p:nvPicPr>
        <p:blipFill>
          <a:blip r:embed="rId2"/>
          <a:stretch>
            <a:fillRect/>
          </a:stretch>
        </p:blipFill>
        <p:spPr>
          <a:xfrm>
            <a:off x="1470349" y="1777138"/>
            <a:ext cx="8466131" cy="4944337"/>
          </a:xfrm>
          <a:prstGeom prst="rect">
            <a:avLst/>
          </a:prstGeom>
        </p:spPr>
      </p:pic>
    </p:spTree>
    <p:extLst>
      <p:ext uri="{BB962C8B-B14F-4D97-AF65-F5344CB8AC3E}">
        <p14:creationId xmlns:p14="http://schemas.microsoft.com/office/powerpoint/2010/main" val="4198782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C39E-DB71-7896-1681-F27A7DEBAF91}"/>
              </a:ext>
            </a:extLst>
          </p:cNvPr>
          <p:cNvSpPr>
            <a:spLocks noGrp="1"/>
          </p:cNvSpPr>
          <p:nvPr>
            <p:ph type="title"/>
          </p:nvPr>
        </p:nvSpPr>
        <p:spPr/>
        <p:txBody>
          <a:bodyPr/>
          <a:lstStyle/>
          <a:p>
            <a:r>
              <a:rPr lang="en-US">
                <a:solidFill>
                  <a:srgbClr val="E2D4CA">
                    <a:alpha val="75000"/>
                  </a:srgbClr>
                </a:solidFill>
              </a:rPr>
              <a:t>Broader Impact</a:t>
            </a:r>
          </a:p>
        </p:txBody>
      </p:sp>
      <p:sp>
        <p:nvSpPr>
          <p:cNvPr id="3" name="Content Placeholder 2">
            <a:extLst>
              <a:ext uri="{FF2B5EF4-FFF2-40B4-BE49-F238E27FC236}">
                <a16:creationId xmlns:a16="http://schemas.microsoft.com/office/drawing/2014/main" id="{A4FCD492-FE6A-CD68-412E-876816974E73}"/>
              </a:ext>
            </a:extLst>
          </p:cNvPr>
          <p:cNvSpPr>
            <a:spLocks noGrp="1"/>
          </p:cNvSpPr>
          <p:nvPr>
            <p:ph idx="1"/>
          </p:nvPr>
        </p:nvSpPr>
        <p:spPr>
          <a:xfrm>
            <a:off x="838201" y="1811383"/>
            <a:ext cx="6146074" cy="3910148"/>
          </a:xfrm>
        </p:spPr>
        <p:txBody>
          <a:bodyPr vert="horz" lIns="91440" tIns="45720" rIns="91440" bIns="45720" rtlCol="0">
            <a:normAutofit/>
          </a:bodyPr>
          <a:lstStyle/>
          <a:p>
            <a:r>
              <a:rPr lang="en-US">
                <a:solidFill>
                  <a:srgbClr val="E2D4CA">
                    <a:alpha val="85000"/>
                  </a:srgbClr>
                </a:solidFill>
              </a:rPr>
              <a:t>Potential impacts in other fields</a:t>
            </a:r>
          </a:p>
          <a:p>
            <a:pPr marL="560070" lvl="1" indent="-285750">
              <a:buFont typeface="Arial" panose="020B0604020202020204" pitchFamily="34" charset="0"/>
              <a:buChar char="•"/>
            </a:pPr>
            <a:r>
              <a:rPr lang="en-US">
                <a:solidFill>
                  <a:srgbClr val="E2D4CA">
                    <a:alpha val="85000"/>
                  </a:srgbClr>
                </a:solidFill>
              </a:rPr>
              <a:t>Forest Buddy could help the power industry by detecting at risk trees near powerlines.</a:t>
            </a:r>
          </a:p>
          <a:p>
            <a:pPr marL="560070" lvl="1" indent="-285750">
              <a:buFont typeface="Arial" panose="020B0604020202020204" pitchFamily="34" charset="0"/>
              <a:buChar char="•"/>
            </a:pPr>
            <a:r>
              <a:rPr lang="en-US">
                <a:solidFill>
                  <a:srgbClr val="E2D4CA">
                    <a:alpha val="85000"/>
                  </a:srgbClr>
                </a:solidFill>
              </a:rPr>
              <a:t>It could help with fighting wildfires as canopy moisture data could be used for regional fire risk models.</a:t>
            </a:r>
          </a:p>
          <a:p>
            <a:r>
              <a:rPr lang="en-US">
                <a:solidFill>
                  <a:srgbClr val="E2D4CA">
                    <a:alpha val="85000"/>
                  </a:srgbClr>
                </a:solidFill>
              </a:rPr>
              <a:t>Unlikely Byproducts</a:t>
            </a:r>
          </a:p>
          <a:p>
            <a:pPr marL="560070" lvl="1" indent="-285750">
              <a:buFont typeface="Arial" panose="020B0604020202020204" pitchFamily="34" charset="0"/>
              <a:buChar char="•"/>
            </a:pPr>
            <a:r>
              <a:rPr lang="en-US">
                <a:solidFill>
                  <a:srgbClr val="E2D4CA">
                    <a:alpha val="85000"/>
                  </a:srgbClr>
                </a:solidFill>
              </a:rPr>
              <a:t>The sensors could be changed to monitor other environmental characteristics.</a:t>
            </a:r>
          </a:p>
        </p:txBody>
      </p:sp>
      <p:sp>
        <p:nvSpPr>
          <p:cNvPr id="6" name="Slide Number Placeholder 5">
            <a:extLst>
              <a:ext uri="{FF2B5EF4-FFF2-40B4-BE49-F238E27FC236}">
                <a16:creationId xmlns:a16="http://schemas.microsoft.com/office/drawing/2014/main" id="{59209AB8-4D9E-8A0A-DF45-08B25C396689}"/>
              </a:ext>
            </a:extLst>
          </p:cNvPr>
          <p:cNvSpPr>
            <a:spLocks noGrp="1"/>
          </p:cNvSpPr>
          <p:nvPr>
            <p:ph type="sldNum" sz="quarter" idx="4"/>
          </p:nvPr>
        </p:nvSpPr>
        <p:spPr/>
        <p:txBody>
          <a:bodyPr/>
          <a:lstStyle/>
          <a:p>
            <a:fld id="{AE208ADF-3ADD-483D-A721-14E3EEE2C135}" type="slidenum">
              <a:rPr lang="en-US" smtClean="0"/>
              <a:pPr/>
              <a:t>18</a:t>
            </a:fld>
            <a:endParaRPr lang="en-US"/>
          </a:p>
        </p:txBody>
      </p:sp>
      <p:sp>
        <p:nvSpPr>
          <p:cNvPr id="7" name="TextBox 22">
            <a:extLst>
              <a:ext uri="{FF2B5EF4-FFF2-40B4-BE49-F238E27FC236}">
                <a16:creationId xmlns:a16="http://schemas.microsoft.com/office/drawing/2014/main" id="{E2270B09-4A63-4196-BEFB-7418E0886DF9}"/>
              </a:ext>
            </a:extLst>
          </p:cNvPr>
          <p:cNvSpPr txBox="1"/>
          <p:nvPr/>
        </p:nvSpPr>
        <p:spPr>
          <a:xfrm>
            <a:off x="33152528" y="7937382"/>
            <a:ext cx="10264257" cy="11356955"/>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4400" b="1">
                <a:solidFill>
                  <a:srgbClr val="375523"/>
                </a:solidFill>
                <a:latin typeface="Arial"/>
                <a:ea typeface="Calibri"/>
                <a:cs typeface="Arial"/>
              </a:rPr>
              <a:t>Benefits for target user</a:t>
            </a:r>
            <a:endParaRPr lang="en-US" sz="4400" b="1">
              <a:solidFill>
                <a:srgbClr val="375523"/>
              </a:solidFill>
              <a:latin typeface="Arial"/>
              <a:ea typeface="Calibri" panose="020F0502020204030204" pitchFamily="34" charset="0"/>
              <a:cs typeface="Arial"/>
            </a:endParaRPr>
          </a:p>
          <a:p>
            <a:pPr marL="571500" indent="-571500" algn="just">
              <a:buFont typeface="Arial"/>
              <a:buChar char="•"/>
            </a:pPr>
            <a:r>
              <a:rPr lang="en-US" sz="4000">
                <a:latin typeface="Arial"/>
                <a:ea typeface="Calibri"/>
                <a:cs typeface="Arial"/>
              </a:rPr>
              <a:t>Cuts labor and time costs of inspecting large quantities of trees.</a:t>
            </a:r>
            <a:endParaRPr lang="en-US" sz="4000">
              <a:latin typeface="Arial"/>
              <a:ea typeface="Calibri" panose="020F0502020204030204" pitchFamily="34" charset="0"/>
              <a:cs typeface="Arial"/>
            </a:endParaRPr>
          </a:p>
          <a:p>
            <a:pPr marL="571500" indent="-571500" algn="just">
              <a:buFont typeface="Arial"/>
              <a:buChar char="•"/>
            </a:pPr>
            <a:r>
              <a:rPr lang="en-US" sz="4000">
                <a:latin typeface="Arial"/>
                <a:ea typeface="Calibri"/>
                <a:cs typeface="Arial"/>
              </a:rPr>
              <a:t>Nondestructive; requires no trees to be harmed.</a:t>
            </a:r>
            <a:endParaRPr lang="en-US" sz="4000">
              <a:latin typeface="Arial"/>
              <a:ea typeface="Calibri" panose="020F0502020204030204" pitchFamily="34" charset="0"/>
              <a:cs typeface="Arial"/>
            </a:endParaRPr>
          </a:p>
          <a:p>
            <a:pPr marL="571500" indent="-571500" algn="just">
              <a:buFont typeface="Arial"/>
              <a:buChar char="•"/>
            </a:pPr>
            <a:r>
              <a:rPr lang="en-US" sz="4000">
                <a:latin typeface="Arial"/>
                <a:ea typeface="Calibri"/>
                <a:cs typeface="Arial"/>
              </a:rPr>
              <a:t>Catches drought and disease early.</a:t>
            </a:r>
            <a:endParaRPr lang="en-US" sz="4000">
              <a:latin typeface="Arial"/>
              <a:ea typeface="Calibri" panose="020F0502020204030204" pitchFamily="34" charset="0"/>
              <a:cs typeface="Arial"/>
            </a:endParaRPr>
          </a:p>
          <a:p>
            <a:pPr marL="571500" indent="-571500" algn="just">
              <a:buFont typeface="Arial"/>
              <a:buChar char="•"/>
            </a:pPr>
            <a:endParaRPr lang="en-US" sz="4000">
              <a:solidFill>
                <a:srgbClr val="000000"/>
              </a:solidFill>
              <a:latin typeface="Arial"/>
              <a:ea typeface="Calibri"/>
              <a:cs typeface="Arial"/>
            </a:endParaRPr>
          </a:p>
          <a:p>
            <a:pPr algn="just"/>
            <a:r>
              <a:rPr lang="en-US" sz="4400" b="1">
                <a:solidFill>
                  <a:srgbClr val="375523"/>
                </a:solidFill>
                <a:latin typeface="Arial"/>
                <a:ea typeface="Calibri"/>
                <a:cs typeface="Arial"/>
              </a:rPr>
              <a:t>Potential impacts in other fields</a:t>
            </a:r>
            <a:endParaRPr lang="en-US" sz="4400" b="1">
              <a:solidFill>
                <a:srgbClr val="375523"/>
              </a:solidFill>
              <a:latin typeface="Arial"/>
              <a:ea typeface="Calibri" panose="020F0502020204030204" pitchFamily="34" charset="0"/>
              <a:cs typeface="Arial"/>
            </a:endParaRPr>
          </a:p>
          <a:p>
            <a:pPr marL="571500" indent="-571500" algn="just">
              <a:buFont typeface="Arial"/>
              <a:buChar char="•"/>
            </a:pPr>
            <a:r>
              <a:rPr lang="en-US" sz="4000">
                <a:latin typeface="Arial"/>
                <a:ea typeface="Calibri"/>
                <a:cs typeface="Arial"/>
              </a:rPr>
              <a:t>Forest Buddy could help the power industry by detecting at-risk trees near powerlines.</a:t>
            </a:r>
            <a:endParaRPr lang="en-US" sz="4000">
              <a:latin typeface="Arial"/>
              <a:ea typeface="Calibri" panose="020F0502020204030204" pitchFamily="34" charset="0"/>
              <a:cs typeface="Arial"/>
            </a:endParaRPr>
          </a:p>
          <a:p>
            <a:pPr marL="571500" indent="-571500" algn="just">
              <a:buFont typeface="Arial"/>
              <a:buChar char="•"/>
            </a:pPr>
            <a:r>
              <a:rPr lang="en-US" sz="4000">
                <a:latin typeface="Arial"/>
                <a:ea typeface="Calibri"/>
                <a:cs typeface="Arial"/>
              </a:rPr>
              <a:t>It could help with fighting wildfires as canopy moisture data could be used for regional fire risk models.</a:t>
            </a:r>
            <a:endParaRPr lang="en-US" sz="4000">
              <a:latin typeface="Arial"/>
              <a:ea typeface="Calibri" panose="020F0502020204030204" pitchFamily="34" charset="0"/>
              <a:cs typeface="Arial"/>
            </a:endParaRPr>
          </a:p>
          <a:p>
            <a:pPr marL="571500" indent="-571500" algn="just">
              <a:buFont typeface="Arial"/>
              <a:buChar char="•"/>
            </a:pPr>
            <a:endParaRPr lang="en-US" sz="4000">
              <a:solidFill>
                <a:srgbClr val="000000"/>
              </a:solidFill>
              <a:latin typeface="Arial"/>
              <a:ea typeface="Calibri"/>
              <a:cs typeface="Arial"/>
            </a:endParaRPr>
          </a:p>
          <a:p>
            <a:pPr algn="just"/>
            <a:r>
              <a:rPr lang="en-US" sz="4400" b="1">
                <a:solidFill>
                  <a:srgbClr val="375523"/>
                </a:solidFill>
                <a:latin typeface="Arial"/>
                <a:ea typeface="Calibri"/>
                <a:cs typeface="Arial"/>
              </a:rPr>
              <a:t>Unlikely Byproducts</a:t>
            </a:r>
            <a:endParaRPr lang="en-US" sz="4400" b="1">
              <a:solidFill>
                <a:srgbClr val="375523"/>
              </a:solidFill>
              <a:latin typeface="Arial"/>
              <a:ea typeface="Calibri" panose="020F0502020204030204" pitchFamily="34" charset="0"/>
              <a:cs typeface="Arial"/>
            </a:endParaRPr>
          </a:p>
          <a:p>
            <a:pPr marL="457200" indent="-457200" algn="just">
              <a:buFont typeface="Arial"/>
              <a:buChar char="•"/>
            </a:pPr>
            <a:r>
              <a:rPr lang="en-US" sz="4000">
                <a:solidFill>
                  <a:srgbClr val="000000"/>
                </a:solidFill>
                <a:latin typeface="Arial"/>
                <a:ea typeface="Calibri"/>
                <a:cs typeface="Arial"/>
              </a:rPr>
              <a:t>The</a:t>
            </a:r>
            <a:r>
              <a:rPr lang="en-US" sz="4000">
                <a:latin typeface="Arial"/>
                <a:ea typeface="Calibri"/>
                <a:cs typeface="Arial"/>
              </a:rPr>
              <a:t> sensors could be changed to monitor other environmental characteristics.</a:t>
            </a:r>
            <a:endParaRPr lang="en-US" sz="4000">
              <a:ea typeface="Calibri"/>
              <a:cs typeface="Calibri"/>
            </a:endParaRPr>
          </a:p>
        </p:txBody>
      </p:sp>
      <p:pic>
        <p:nvPicPr>
          <p:cNvPr id="9" name="Picture 8" descr="Reliability &amp; Tree Trimming">
            <a:extLst>
              <a:ext uri="{FF2B5EF4-FFF2-40B4-BE49-F238E27FC236}">
                <a16:creationId xmlns:a16="http://schemas.microsoft.com/office/drawing/2014/main" id="{A5C18868-32E9-434F-50BA-33ED327C4A7D}"/>
              </a:ext>
            </a:extLst>
          </p:cNvPr>
          <p:cNvPicPr>
            <a:picLocks noChangeAspect="1"/>
          </p:cNvPicPr>
          <p:nvPr/>
        </p:nvPicPr>
        <p:blipFill>
          <a:blip r:embed="rId2"/>
          <a:stretch>
            <a:fillRect/>
          </a:stretch>
        </p:blipFill>
        <p:spPr>
          <a:xfrm>
            <a:off x="33074013" y="19376690"/>
            <a:ext cx="10381123" cy="4401631"/>
          </a:xfrm>
          <a:prstGeom prst="rect">
            <a:avLst/>
          </a:prstGeom>
        </p:spPr>
      </p:pic>
      <p:pic>
        <p:nvPicPr>
          <p:cNvPr id="11" name="Picture 10" descr="Reliability &amp; Tree Trimming">
            <a:extLst>
              <a:ext uri="{FF2B5EF4-FFF2-40B4-BE49-F238E27FC236}">
                <a16:creationId xmlns:a16="http://schemas.microsoft.com/office/drawing/2014/main" id="{04C41A75-9870-6593-914F-3058BCB60079}"/>
              </a:ext>
            </a:extLst>
          </p:cNvPr>
          <p:cNvPicPr>
            <a:picLocks noChangeAspect="1"/>
          </p:cNvPicPr>
          <p:nvPr/>
        </p:nvPicPr>
        <p:blipFill>
          <a:blip r:embed="rId2"/>
          <a:stretch>
            <a:fillRect/>
          </a:stretch>
        </p:blipFill>
        <p:spPr>
          <a:xfrm>
            <a:off x="33226413" y="19529090"/>
            <a:ext cx="10381123" cy="4401631"/>
          </a:xfrm>
          <a:prstGeom prst="rect">
            <a:avLst/>
          </a:prstGeom>
        </p:spPr>
      </p:pic>
      <p:pic>
        <p:nvPicPr>
          <p:cNvPr id="13" name="Picture 12" descr="Reliability &amp; Tree Trimming">
            <a:extLst>
              <a:ext uri="{FF2B5EF4-FFF2-40B4-BE49-F238E27FC236}">
                <a16:creationId xmlns:a16="http://schemas.microsoft.com/office/drawing/2014/main" id="{BA872A61-F3D2-606A-0479-9DB2BD0A323C}"/>
              </a:ext>
            </a:extLst>
          </p:cNvPr>
          <p:cNvPicPr>
            <a:picLocks noChangeAspect="1"/>
          </p:cNvPicPr>
          <p:nvPr/>
        </p:nvPicPr>
        <p:blipFill>
          <a:blip r:embed="rId2"/>
          <a:stretch>
            <a:fillRect/>
          </a:stretch>
        </p:blipFill>
        <p:spPr>
          <a:xfrm>
            <a:off x="33378813" y="19681490"/>
            <a:ext cx="10381123" cy="4401631"/>
          </a:xfrm>
          <a:prstGeom prst="rect">
            <a:avLst/>
          </a:prstGeom>
        </p:spPr>
      </p:pic>
      <p:pic>
        <p:nvPicPr>
          <p:cNvPr id="10" name="Picture 9" descr="Tree Emergency Near Utility Lines. Your Safe Action Guide">
            <a:extLst>
              <a:ext uri="{FF2B5EF4-FFF2-40B4-BE49-F238E27FC236}">
                <a16:creationId xmlns:a16="http://schemas.microsoft.com/office/drawing/2014/main" id="{EEB81125-8BF4-6EC8-2799-347DA27F8EE1}"/>
              </a:ext>
            </a:extLst>
          </p:cNvPr>
          <p:cNvPicPr>
            <a:picLocks noChangeAspect="1"/>
          </p:cNvPicPr>
          <p:nvPr/>
        </p:nvPicPr>
        <p:blipFill>
          <a:blip r:embed="rId3"/>
          <a:stretch>
            <a:fillRect/>
          </a:stretch>
        </p:blipFill>
        <p:spPr>
          <a:xfrm>
            <a:off x="13967460" y="13906500"/>
            <a:ext cx="9753600" cy="5105400"/>
          </a:xfrm>
          <a:prstGeom prst="rect">
            <a:avLst/>
          </a:prstGeom>
        </p:spPr>
      </p:pic>
      <p:pic>
        <p:nvPicPr>
          <p:cNvPr id="8" name="Picture 7" descr="Reliability &amp; Tree Trimming">
            <a:extLst>
              <a:ext uri="{FF2B5EF4-FFF2-40B4-BE49-F238E27FC236}">
                <a16:creationId xmlns:a16="http://schemas.microsoft.com/office/drawing/2014/main" id="{824CCC5B-DD9F-8656-AC7A-7BFD034EB9A2}"/>
              </a:ext>
            </a:extLst>
          </p:cNvPr>
          <p:cNvPicPr>
            <a:picLocks noChangeAspect="1"/>
          </p:cNvPicPr>
          <p:nvPr/>
        </p:nvPicPr>
        <p:blipFill>
          <a:blip r:embed="rId4"/>
          <a:srcRect r="304"/>
          <a:stretch>
            <a:fillRect/>
          </a:stretch>
        </p:blipFill>
        <p:spPr>
          <a:xfrm>
            <a:off x="6430302" y="1811383"/>
            <a:ext cx="5674613" cy="4389694"/>
          </a:xfrm>
          <a:prstGeom prst="rect">
            <a:avLst/>
          </a:prstGeom>
        </p:spPr>
      </p:pic>
    </p:spTree>
    <p:extLst>
      <p:ext uri="{BB962C8B-B14F-4D97-AF65-F5344CB8AC3E}">
        <p14:creationId xmlns:p14="http://schemas.microsoft.com/office/powerpoint/2010/main" val="3985686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E01C0-73A3-0A7F-CB12-D6035FCC65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5D7B584-927D-56AA-B15D-7EC90BACD0F0}"/>
              </a:ext>
            </a:extLst>
          </p:cNvPr>
          <p:cNvSpPr>
            <a:spLocks noGrp="1"/>
          </p:cNvSpPr>
          <p:nvPr>
            <p:ph type="title"/>
          </p:nvPr>
        </p:nvSpPr>
        <p:spPr>
          <a:xfrm>
            <a:off x="258792" y="136525"/>
            <a:ext cx="10515600" cy="899783"/>
          </a:xfrm>
        </p:spPr>
        <p:txBody>
          <a:bodyPr/>
          <a:lstStyle/>
          <a:p>
            <a:r>
              <a:rPr lang="en-US"/>
              <a:t>Future Work</a:t>
            </a:r>
          </a:p>
        </p:txBody>
      </p:sp>
      <p:sp>
        <p:nvSpPr>
          <p:cNvPr id="81" name="Text Placeholder 80">
            <a:extLst>
              <a:ext uri="{FF2B5EF4-FFF2-40B4-BE49-F238E27FC236}">
                <a16:creationId xmlns:a16="http://schemas.microsoft.com/office/drawing/2014/main" id="{E8BB5E3A-B2B9-D86C-0169-1B68C24723C8}"/>
              </a:ext>
            </a:extLst>
          </p:cNvPr>
          <p:cNvSpPr>
            <a:spLocks noGrp="1"/>
          </p:cNvSpPr>
          <p:nvPr>
            <p:ph type="body" sz="quarter" idx="16"/>
          </p:nvPr>
        </p:nvSpPr>
        <p:spPr>
          <a:xfrm>
            <a:off x="140737" y="1163943"/>
            <a:ext cx="4194195" cy="2529730"/>
          </a:xfrm>
        </p:spPr>
        <p:txBody>
          <a:bodyPr>
            <a:normAutofit fontScale="92500"/>
          </a:bodyPr>
          <a:lstStyle/>
          <a:p>
            <a:r>
              <a:rPr lang="en-US" b="1"/>
              <a:t>Building the Chasey</a:t>
            </a:r>
          </a:p>
          <a:p>
            <a:pPr marL="342900" indent="-342900">
              <a:buFont typeface="Arial" panose="020B0604020202020204" pitchFamily="34" charset="0"/>
              <a:buChar char="•"/>
            </a:pPr>
            <a:r>
              <a:rPr lang="en-US"/>
              <a:t>The team must build the entire chassis first to ensure the rover can move properly and hold all materials.</a:t>
            </a:r>
          </a:p>
        </p:txBody>
      </p:sp>
      <p:sp>
        <p:nvSpPr>
          <p:cNvPr id="184" name="Slide Number Placeholder 183">
            <a:extLst>
              <a:ext uri="{FF2B5EF4-FFF2-40B4-BE49-F238E27FC236}">
                <a16:creationId xmlns:a16="http://schemas.microsoft.com/office/drawing/2014/main" id="{D9C79A95-DD22-BE33-5744-81D7A54469F9}"/>
              </a:ext>
            </a:extLst>
          </p:cNvPr>
          <p:cNvSpPr>
            <a:spLocks noGrp="1"/>
          </p:cNvSpPr>
          <p:nvPr>
            <p:ph type="sldNum" sz="quarter" idx="4"/>
          </p:nvPr>
        </p:nvSpPr>
        <p:spPr>
          <a:xfrm>
            <a:off x="10518474" y="6356350"/>
            <a:ext cx="1414733" cy="365125"/>
          </a:xfrm>
        </p:spPr>
        <p:txBody>
          <a:bodyPr/>
          <a:lstStyle/>
          <a:p>
            <a:fld id="{AE208ADF-3ADD-483D-A721-14E3EEE2C135}" type="slidenum">
              <a:rPr lang="en-US" smtClean="0"/>
              <a:pPr/>
              <a:t>19</a:t>
            </a:fld>
            <a:endParaRPr lang="en-US"/>
          </a:p>
        </p:txBody>
      </p:sp>
      <p:sp>
        <p:nvSpPr>
          <p:cNvPr id="10" name="Text Placeholder 80">
            <a:extLst>
              <a:ext uri="{FF2B5EF4-FFF2-40B4-BE49-F238E27FC236}">
                <a16:creationId xmlns:a16="http://schemas.microsoft.com/office/drawing/2014/main" id="{87D8672C-5A29-C8DA-916A-485BE1FC939B}"/>
              </a:ext>
            </a:extLst>
          </p:cNvPr>
          <p:cNvSpPr txBox="1">
            <a:spLocks/>
          </p:cNvSpPr>
          <p:nvPr/>
        </p:nvSpPr>
        <p:spPr>
          <a:xfrm>
            <a:off x="4334932" y="1096657"/>
            <a:ext cx="4133088" cy="2927338"/>
          </a:xfrm>
          <a:prstGeom prst="rect">
            <a:avLst/>
          </a:prstGeom>
        </p:spPr>
        <p:txBody>
          <a:bodyPr vert="horz" lIns="91440" tIns="45720" rIns="91440" bIns="45720" rtlCol="0" anchor="t">
            <a:normAutofit fontScale="92500"/>
          </a:bodyPr>
          <a:lstStyle>
            <a:lvl1pPr marL="0" indent="0" algn="just" defTabSz="914400" rtl="0" eaLnBrk="1" latinLnBrk="0" hangingPunct="1">
              <a:lnSpc>
                <a:spcPct val="120000"/>
              </a:lnSpc>
              <a:spcBef>
                <a:spcPts val="1000"/>
              </a:spcBef>
              <a:buSzPct val="80000"/>
              <a:buFont typeface="Arial" panose="020B0604020202020204" pitchFamily="34" charset="0"/>
              <a:buNone/>
              <a:defRPr sz="2400" kern="1200" spc="100" baseline="0">
                <a:solidFill>
                  <a:schemeClr val="tx2">
                    <a:alpha val="85000"/>
                  </a:schemeClr>
                </a:solidFill>
                <a:latin typeface="+mn-lt"/>
                <a:ea typeface="+mn-ea"/>
                <a:cs typeface="+mn-cs"/>
              </a:defRPr>
            </a:lvl1pPr>
            <a:lvl2pPr marL="274320" indent="0" algn="ctr" defTabSz="914400" rtl="0" eaLnBrk="1" latinLnBrk="0" hangingPunct="1">
              <a:lnSpc>
                <a:spcPct val="120000"/>
              </a:lnSpc>
              <a:spcBef>
                <a:spcPts val="500"/>
              </a:spcBef>
              <a:buFont typeface="Arial" panose="020B0604020202020204" pitchFamily="34" charset="0"/>
              <a:buNone/>
              <a:defRPr sz="1800" b="1" kern="1200" spc="100" baseline="0">
                <a:solidFill>
                  <a:schemeClr val="tx2">
                    <a:alpha val="85000"/>
                  </a:schemeClr>
                </a:solidFill>
                <a:latin typeface="+mn-lt"/>
                <a:ea typeface="+mn-ea"/>
                <a:cs typeface="+mn-cs"/>
              </a:defRPr>
            </a:lvl2pPr>
            <a:lvl3pPr marL="228600" indent="0" algn="ctr" defTabSz="914400" rtl="0" eaLnBrk="1" latinLnBrk="0" hangingPunct="1">
              <a:lnSpc>
                <a:spcPct val="120000"/>
              </a:lnSpc>
              <a:spcBef>
                <a:spcPts val="500"/>
              </a:spcBef>
              <a:buFont typeface="Arial" panose="020B0604020202020204" pitchFamily="34" charset="0"/>
              <a:buNone/>
              <a:defRPr sz="1800" kern="1200" spc="100" baseline="0">
                <a:solidFill>
                  <a:schemeClr val="tx2">
                    <a:alpha val="85000"/>
                  </a:schemeClr>
                </a:solidFill>
                <a:latin typeface="+mn-lt"/>
                <a:ea typeface="+mn-ea"/>
                <a:cs typeface="+mn-cs"/>
              </a:defRPr>
            </a:lvl3pPr>
            <a:lvl4pPr marL="640080" indent="0" algn="ctr"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685800" indent="0" algn="ctr" defTabSz="914400" rtl="0" eaLnBrk="1" latinLnBrk="0" hangingPunct="1">
              <a:lnSpc>
                <a:spcPct val="120000"/>
              </a:lnSpc>
              <a:spcBef>
                <a:spcPts val="500"/>
              </a:spcBef>
              <a:buSzPct val="80000"/>
              <a:buFont typeface="Arial" panose="020B0604020202020204" pitchFamily="34" charset="0"/>
              <a:buNone/>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Communication</a:t>
            </a:r>
          </a:p>
          <a:p>
            <a:pPr marL="342900" indent="-342900">
              <a:buFont typeface="Arial" panose="020B0604020202020204" pitchFamily="34" charset="0"/>
              <a:buChar char="•"/>
            </a:pPr>
            <a:r>
              <a:rPr lang="en-US"/>
              <a:t>Communication between the base station and Forest Buddy must be established to ensure centimeter level positioning of Forest Buddy</a:t>
            </a:r>
          </a:p>
        </p:txBody>
      </p:sp>
      <p:sp>
        <p:nvSpPr>
          <p:cNvPr id="12" name="Text Placeholder 80">
            <a:extLst>
              <a:ext uri="{FF2B5EF4-FFF2-40B4-BE49-F238E27FC236}">
                <a16:creationId xmlns:a16="http://schemas.microsoft.com/office/drawing/2014/main" id="{CC169A1C-15F5-F4B5-036D-96AF4060FA74}"/>
              </a:ext>
            </a:extLst>
          </p:cNvPr>
          <p:cNvSpPr txBox="1">
            <a:spLocks/>
          </p:cNvSpPr>
          <p:nvPr/>
        </p:nvSpPr>
        <p:spPr>
          <a:xfrm>
            <a:off x="8491780" y="1096657"/>
            <a:ext cx="3559483" cy="2927338"/>
          </a:xfrm>
          <a:prstGeom prst="rect">
            <a:avLst/>
          </a:prstGeom>
        </p:spPr>
        <p:txBody>
          <a:bodyPr vert="horz" lIns="91440" tIns="45720" rIns="91440" bIns="45720" rtlCol="0" anchor="t">
            <a:normAutofit fontScale="85000" lnSpcReduction="10000"/>
          </a:bodyPr>
          <a:lstStyle>
            <a:lvl1pPr marL="0" indent="0" algn="just" defTabSz="914400" rtl="0" eaLnBrk="1" latinLnBrk="0" hangingPunct="1">
              <a:lnSpc>
                <a:spcPct val="120000"/>
              </a:lnSpc>
              <a:spcBef>
                <a:spcPts val="1000"/>
              </a:spcBef>
              <a:buSzPct val="80000"/>
              <a:buFont typeface="Arial" panose="020B0604020202020204" pitchFamily="34" charset="0"/>
              <a:buNone/>
              <a:defRPr sz="2400" kern="1200" spc="100" baseline="0">
                <a:solidFill>
                  <a:schemeClr val="tx2">
                    <a:alpha val="85000"/>
                  </a:schemeClr>
                </a:solidFill>
                <a:latin typeface="+mn-lt"/>
                <a:ea typeface="+mn-ea"/>
                <a:cs typeface="+mn-cs"/>
              </a:defRPr>
            </a:lvl1pPr>
            <a:lvl2pPr marL="274320" indent="0" algn="ctr" defTabSz="914400" rtl="0" eaLnBrk="1" latinLnBrk="0" hangingPunct="1">
              <a:lnSpc>
                <a:spcPct val="120000"/>
              </a:lnSpc>
              <a:spcBef>
                <a:spcPts val="500"/>
              </a:spcBef>
              <a:buFont typeface="Arial" panose="020B0604020202020204" pitchFamily="34" charset="0"/>
              <a:buNone/>
              <a:defRPr sz="1800" b="1" kern="1200" spc="100" baseline="0">
                <a:solidFill>
                  <a:schemeClr val="tx2">
                    <a:alpha val="85000"/>
                  </a:schemeClr>
                </a:solidFill>
                <a:latin typeface="+mn-lt"/>
                <a:ea typeface="+mn-ea"/>
                <a:cs typeface="+mn-cs"/>
              </a:defRPr>
            </a:lvl2pPr>
            <a:lvl3pPr marL="228600" indent="0" algn="ctr" defTabSz="914400" rtl="0" eaLnBrk="1" latinLnBrk="0" hangingPunct="1">
              <a:lnSpc>
                <a:spcPct val="120000"/>
              </a:lnSpc>
              <a:spcBef>
                <a:spcPts val="500"/>
              </a:spcBef>
              <a:buFont typeface="Arial" panose="020B0604020202020204" pitchFamily="34" charset="0"/>
              <a:buNone/>
              <a:defRPr sz="1800" kern="1200" spc="100" baseline="0">
                <a:solidFill>
                  <a:schemeClr val="tx2">
                    <a:alpha val="85000"/>
                  </a:schemeClr>
                </a:solidFill>
                <a:latin typeface="+mn-lt"/>
                <a:ea typeface="+mn-ea"/>
                <a:cs typeface="+mn-cs"/>
              </a:defRPr>
            </a:lvl3pPr>
            <a:lvl4pPr marL="640080" indent="0" algn="ctr" defTabSz="914400" rtl="0" eaLnBrk="1" latinLnBrk="0" hangingPunct="1">
              <a:lnSpc>
                <a:spcPct val="120000"/>
              </a:lnSpc>
              <a:spcBef>
                <a:spcPts val="500"/>
              </a:spcBef>
              <a:buFont typeface="Arial" panose="020B0604020202020204" pitchFamily="34" charset="0"/>
              <a:buNone/>
              <a:defRPr sz="1600" i="1" kern="1200" spc="100" baseline="0">
                <a:solidFill>
                  <a:schemeClr val="tx2">
                    <a:alpha val="85000"/>
                  </a:schemeClr>
                </a:solidFill>
                <a:latin typeface="+mn-lt"/>
                <a:ea typeface="+mn-ea"/>
                <a:cs typeface="+mn-cs"/>
              </a:defRPr>
            </a:lvl4pPr>
            <a:lvl5pPr marL="685800" indent="0" algn="ctr" defTabSz="914400" rtl="0" eaLnBrk="1" latinLnBrk="0" hangingPunct="1">
              <a:lnSpc>
                <a:spcPct val="120000"/>
              </a:lnSpc>
              <a:spcBef>
                <a:spcPts val="500"/>
              </a:spcBef>
              <a:buSzPct val="80000"/>
              <a:buFont typeface="Arial" panose="020B0604020202020204" pitchFamily="34" charset="0"/>
              <a:buNone/>
              <a:defRPr sz="1600" kern="1200" spc="100" baseline="0">
                <a:solidFill>
                  <a:schemeClr val="tx2">
                    <a:alpha val="8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Yolo V8 Implementation</a:t>
            </a:r>
          </a:p>
          <a:p>
            <a:pPr marL="342900" indent="-342900">
              <a:buFont typeface="Arial" panose="020B0604020202020204" pitchFamily="34" charset="0"/>
              <a:buChar char="•"/>
            </a:pPr>
            <a:r>
              <a:rPr lang="en-US"/>
              <a:t>The team will implement Yolo V8 to ensure Forest Buddy can correctly detect a human and understand who to follow by recognizing the first person to step into frame.</a:t>
            </a:r>
          </a:p>
        </p:txBody>
      </p:sp>
      <p:pic>
        <p:nvPicPr>
          <p:cNvPr id="11" name="Picture Placeholder 10">
            <a:extLst>
              <a:ext uri="{FF2B5EF4-FFF2-40B4-BE49-F238E27FC236}">
                <a16:creationId xmlns:a16="http://schemas.microsoft.com/office/drawing/2014/main" id="{87FC01E3-ACB7-5394-F7F4-E6EA41F8CB1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t="5790" b="5790"/>
          <a:stretch>
            <a:fillRect/>
          </a:stretch>
        </p:blipFill>
        <p:spPr>
          <a:xfrm>
            <a:off x="0" y="4160520"/>
            <a:ext cx="4067175" cy="2697480"/>
          </a:xfrm>
        </p:spPr>
      </p:pic>
      <p:pic>
        <p:nvPicPr>
          <p:cNvPr id="15" name="Picture Placeholder 14">
            <a:extLst>
              <a:ext uri="{FF2B5EF4-FFF2-40B4-BE49-F238E27FC236}">
                <a16:creationId xmlns:a16="http://schemas.microsoft.com/office/drawing/2014/main" id="{3FDCA7C6-97A3-8D8E-A358-2A4DD42280AF}"/>
              </a:ext>
            </a:extLst>
          </p:cNvPr>
          <p:cNvPicPr>
            <a:picLocks noGrp="1" noChangeAspect="1"/>
          </p:cNvPicPr>
          <p:nvPr>
            <p:ph type="pic" sz="quarter" idx="14"/>
          </p:nvPr>
        </p:nvPicPr>
        <p:blipFill>
          <a:blip r:embed="rId4">
            <a:extLst>
              <a:ext uri="{837473B0-CC2E-450A-ABE3-18F120FF3D39}">
                <a1611:picAttrSrcUrl xmlns:a1611="http://schemas.microsoft.com/office/drawing/2016/11/main" r:id="rId5"/>
              </a:ext>
            </a:extLst>
          </a:blip>
          <a:srcRect t="6503" b="6503"/>
          <a:stretch>
            <a:fillRect/>
          </a:stretch>
        </p:blipFill>
        <p:spPr>
          <a:xfrm>
            <a:off x="4063556" y="4160520"/>
            <a:ext cx="4133088" cy="2697480"/>
          </a:xfrm>
        </p:spPr>
      </p:pic>
      <p:pic>
        <p:nvPicPr>
          <p:cNvPr id="20" name="Picture Placeholder 19">
            <a:extLst>
              <a:ext uri="{FF2B5EF4-FFF2-40B4-BE49-F238E27FC236}">
                <a16:creationId xmlns:a16="http://schemas.microsoft.com/office/drawing/2014/main" id="{29B88290-BDC5-956F-3BA2-2B7D73893523}"/>
              </a:ext>
            </a:extLst>
          </p:cNvPr>
          <p:cNvPicPr>
            <a:picLocks noGrp="1" noChangeAspect="1"/>
          </p:cNvPicPr>
          <p:nvPr>
            <p:ph type="pic" sz="quarter" idx="15"/>
          </p:nvPr>
        </p:nvPicPr>
        <p:blipFill>
          <a:blip r:embed="rId6">
            <a:extLst>
              <a:ext uri="{837473B0-CC2E-450A-ABE3-18F120FF3D39}">
                <a1611:picAttrSrcUrl xmlns:a1611="http://schemas.microsoft.com/office/drawing/2016/11/main" r:id="rId7"/>
              </a:ext>
            </a:extLst>
          </a:blip>
          <a:srcRect l="12875" r="12875"/>
          <a:stretch>
            <a:fillRect/>
          </a:stretch>
        </p:blipFill>
        <p:spPr/>
      </p:pic>
    </p:spTree>
    <p:extLst>
      <p:ext uri="{BB962C8B-B14F-4D97-AF65-F5344CB8AC3E}">
        <p14:creationId xmlns:p14="http://schemas.microsoft.com/office/powerpoint/2010/main" val="1779426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F55F-38BC-54AC-DB7B-E100E6DC0F32}"/>
              </a:ext>
            </a:extLst>
          </p:cNvPr>
          <p:cNvSpPr>
            <a:spLocks noGrp="1"/>
          </p:cNvSpPr>
          <p:nvPr>
            <p:ph type="title"/>
          </p:nvPr>
        </p:nvSpPr>
        <p:spPr/>
        <p:txBody>
          <a:bodyPr/>
          <a:lstStyle/>
          <a:p>
            <a:r>
              <a:rPr lang="en-US">
                <a:solidFill>
                  <a:srgbClr val="E2D4CA">
                    <a:alpha val="75000"/>
                  </a:srgbClr>
                </a:solidFill>
              </a:rPr>
              <a:t>References</a:t>
            </a:r>
            <a:endParaRPr lang="en-US"/>
          </a:p>
        </p:txBody>
      </p:sp>
      <p:sp>
        <p:nvSpPr>
          <p:cNvPr id="3" name="Content Placeholder 2">
            <a:extLst>
              <a:ext uri="{FF2B5EF4-FFF2-40B4-BE49-F238E27FC236}">
                <a16:creationId xmlns:a16="http://schemas.microsoft.com/office/drawing/2014/main" id="{CC9E085F-1EAF-0262-FF17-9FDEEE43F49A}"/>
              </a:ext>
            </a:extLst>
          </p:cNvPr>
          <p:cNvSpPr>
            <a:spLocks noGrp="1"/>
          </p:cNvSpPr>
          <p:nvPr>
            <p:ph idx="1"/>
          </p:nvPr>
        </p:nvSpPr>
        <p:spPr>
          <a:xfrm>
            <a:off x="838200" y="1811756"/>
            <a:ext cx="10515600" cy="4466800"/>
          </a:xfrm>
        </p:spPr>
        <p:txBody>
          <a:bodyPr vert="horz" lIns="91440" tIns="45720" rIns="91440" bIns="45720" rtlCol="0">
            <a:normAutofit lnSpcReduction="10000"/>
          </a:bodyPr>
          <a:lstStyle/>
          <a:p>
            <a:pPr algn="just"/>
            <a:r>
              <a:rPr lang="en-US" sz="1100">
                <a:solidFill>
                  <a:schemeClr val="tx1"/>
                </a:solidFill>
                <a:latin typeface="Times New Roman"/>
                <a:cs typeface="Times New Roman"/>
              </a:rPr>
              <a:t>[1] “Forests and a future of drought: Area exposed to severe drought projected to triple by 2070 | US Forest Service Research and Development,” US Forest Service Research and Development, 2026. </a:t>
            </a:r>
            <a:r>
              <a:rPr lang="en-US" sz="1100">
                <a:solidFill>
                  <a:schemeClr val="tx1"/>
                </a:solidFill>
                <a:latin typeface="Times New Roman"/>
                <a:cs typeface="Times New Roman"/>
                <a:hlinkClick r:id="rId2">
                  <a:extLst>
                    <a:ext uri="{A12FA001-AC4F-418D-AE19-62706E023703}">
                      <ahyp:hlinkClr xmlns:ahyp="http://schemas.microsoft.com/office/drawing/2018/hyperlinkcolor" val="tx"/>
                    </a:ext>
                  </a:extLst>
                </a:hlinkClick>
              </a:rPr>
              <a:t>https://research.fs.usda.gov/srs/articles/forests-and-future-drought-area-exposed-severe-drought-projected-triple-2070</a:t>
            </a:r>
            <a:r>
              <a:rPr lang="en-US" sz="1100">
                <a:solidFill>
                  <a:schemeClr val="tx1"/>
                </a:solidFill>
                <a:latin typeface="Times New Roman"/>
                <a:cs typeface="Times New Roman"/>
              </a:rPr>
              <a:t> (accessed Sept. 03, 2026).</a:t>
            </a:r>
          </a:p>
          <a:p>
            <a:pPr algn="just"/>
            <a:r>
              <a:rPr lang="en-US" sz="1100">
                <a:solidFill>
                  <a:schemeClr val="tx1"/>
                </a:solidFill>
                <a:latin typeface="Times New Roman"/>
                <a:cs typeface="Times New Roman"/>
              </a:rPr>
              <a:t>[2] “Researchers complete first comprehensive threat assessment of all U.S. trees,” </a:t>
            </a:r>
            <a:r>
              <a:rPr lang="en-US" sz="1100" i="1">
                <a:solidFill>
                  <a:schemeClr val="tx1"/>
                </a:solidFill>
                <a:latin typeface="Times New Roman"/>
                <a:cs typeface="Times New Roman"/>
              </a:rPr>
              <a:t>United States Botanic Garden</a:t>
            </a:r>
            <a:r>
              <a:rPr lang="en-US" sz="1100">
                <a:solidFill>
                  <a:schemeClr val="tx1"/>
                </a:solidFill>
                <a:latin typeface="Times New Roman"/>
                <a:cs typeface="Times New Roman"/>
              </a:rPr>
              <a:t>, Aug. 23, 2022. </a:t>
            </a:r>
            <a:r>
              <a:rPr lang="en-US" sz="1100">
                <a:solidFill>
                  <a:schemeClr val="tx1"/>
                </a:solidFill>
                <a:latin typeface="Times New Roman"/>
                <a:cs typeface="Times New Roman"/>
                <a:hlinkClick r:id="rId3">
                  <a:extLst>
                    <a:ext uri="{A12FA001-AC4F-418D-AE19-62706E023703}">
                      <ahyp:hlinkClr xmlns:ahyp="http://schemas.microsoft.com/office/drawing/2018/hyperlinkcolor" val="tx"/>
                    </a:ext>
                  </a:extLst>
                </a:hlinkClick>
              </a:rPr>
              <a:t>https://www.usbg.gov/blog/researchers-complete-first-comprehensive-threat-assessment-all-us-trees</a:t>
            </a:r>
            <a:r>
              <a:rPr lang="en-US" sz="1100">
                <a:solidFill>
                  <a:schemeClr val="tx1"/>
                </a:solidFill>
                <a:latin typeface="Times New Roman"/>
                <a:cs typeface="Times New Roman"/>
              </a:rPr>
              <a:t> (accessed Sept. 08, 2026).</a:t>
            </a:r>
          </a:p>
          <a:p>
            <a:pPr algn="just"/>
            <a:r>
              <a:rPr lang="en-US" sz="1100">
                <a:solidFill>
                  <a:schemeClr val="tx1"/>
                </a:solidFill>
                <a:latin typeface="Times New Roman"/>
                <a:cs typeface="Times New Roman"/>
              </a:rPr>
              <a:t>[3] “FIA FAQ - Colorado State Forest Service,” </a:t>
            </a:r>
            <a:r>
              <a:rPr lang="en-US" sz="1100" i="1">
                <a:solidFill>
                  <a:schemeClr val="tx1"/>
                </a:solidFill>
                <a:latin typeface="Times New Roman"/>
                <a:cs typeface="Times New Roman"/>
              </a:rPr>
              <a:t>Colorado State Forest Service</a:t>
            </a:r>
            <a:r>
              <a:rPr lang="en-US" sz="1100">
                <a:solidFill>
                  <a:schemeClr val="tx1"/>
                </a:solidFill>
                <a:latin typeface="Times New Roman"/>
                <a:cs typeface="Times New Roman"/>
              </a:rPr>
              <a:t>, Jan. 27, 2017. </a:t>
            </a:r>
            <a:r>
              <a:rPr lang="en-US" sz="1100">
                <a:solidFill>
                  <a:schemeClr val="tx1"/>
                </a:solidFill>
                <a:latin typeface="Times New Roman"/>
                <a:cs typeface="Times New Roman"/>
                <a:hlinkClick r:id="rId4">
                  <a:extLst>
                    <a:ext uri="{A12FA001-AC4F-418D-AE19-62706E023703}">
                      <ahyp:hlinkClr xmlns:ahyp="http://schemas.microsoft.com/office/drawing/2018/hyperlinkcolor" val="tx"/>
                    </a:ext>
                  </a:extLst>
                </a:hlinkClick>
              </a:rPr>
              <a:t>https://csfs.colostate.edu/science/forest-inventory-analysis/fia-faq/</a:t>
            </a:r>
            <a:r>
              <a:rPr lang="en-US" sz="1100">
                <a:solidFill>
                  <a:schemeClr val="tx1"/>
                </a:solidFill>
                <a:latin typeface="Times New Roman"/>
                <a:cs typeface="Times New Roman"/>
              </a:rPr>
              <a:t> (accessed Sept. 14, 2026).</a:t>
            </a:r>
          </a:p>
          <a:p>
            <a:pPr algn="just"/>
            <a:r>
              <a:rPr lang="en-US" sz="1100">
                <a:solidFill>
                  <a:schemeClr val="tx1"/>
                </a:solidFill>
                <a:latin typeface="Times New Roman"/>
                <a:cs typeface="Times New Roman"/>
              </a:rPr>
              <a:t>[4] M. Li, H. Li, X. Ding, L. Wang, X. Wang, and F. Chen, "The detection of pine wilt disease: A literature review," Int. J. Mol. Sci., vol. 23, no. 18, Art. no. 10797, Sep. 2022, </a:t>
            </a:r>
            <a:r>
              <a:rPr lang="en-US" sz="1100" err="1">
                <a:solidFill>
                  <a:schemeClr val="tx1"/>
                </a:solidFill>
                <a:latin typeface="Times New Roman"/>
                <a:cs typeface="Times New Roman"/>
              </a:rPr>
              <a:t>doi</a:t>
            </a:r>
            <a:r>
              <a:rPr lang="en-US" sz="1100">
                <a:solidFill>
                  <a:schemeClr val="tx1"/>
                </a:solidFill>
                <a:latin typeface="Times New Roman"/>
                <a:cs typeface="Times New Roman"/>
              </a:rPr>
              <a:t>: 10.3390/ijms231810797. [Online]. Available: </a:t>
            </a:r>
            <a:r>
              <a:rPr lang="en-US" sz="1100">
                <a:solidFill>
                  <a:schemeClr val="tx1"/>
                </a:solidFill>
                <a:latin typeface="Times New Roman"/>
                <a:cs typeface="Times New Roman"/>
                <a:hlinkClick r:id="rId5">
                  <a:extLst>
                    <a:ext uri="{A12FA001-AC4F-418D-AE19-62706E023703}">
                      <ahyp:hlinkClr xmlns:ahyp="http://schemas.microsoft.com/office/drawing/2018/hyperlinkcolor" val="tx"/>
                    </a:ext>
                  </a:extLst>
                </a:hlinkClick>
              </a:rPr>
              <a:t>https://doi.org/10.3390/ijms231810797</a:t>
            </a:r>
            <a:r>
              <a:rPr lang="en-US" sz="1100">
                <a:solidFill>
                  <a:schemeClr val="tx1"/>
                </a:solidFill>
                <a:latin typeface="Times New Roman"/>
                <a:cs typeface="Times New Roman"/>
              </a:rPr>
              <a:t> (accessed Sept. 8, 2026).</a:t>
            </a:r>
          </a:p>
          <a:p>
            <a:pPr algn="just"/>
            <a:r>
              <a:rPr lang="en-US" sz="1100">
                <a:solidFill>
                  <a:schemeClr val="tx1"/>
                </a:solidFill>
                <a:latin typeface="Times New Roman"/>
                <a:cs typeface="Times New Roman"/>
              </a:rPr>
              <a:t>[5] S. Tahir, S. S. Hassan, L. Yang, M. Ma, and C. Li, "Detection methods for pine wilt disease: A comprehensive review," Plants, vol. 13, no. 20, Art. no. 2876, Oct. 2024, </a:t>
            </a:r>
            <a:r>
              <a:rPr lang="en-US" sz="1100" err="1">
                <a:solidFill>
                  <a:schemeClr val="tx1"/>
                </a:solidFill>
                <a:latin typeface="Times New Roman"/>
                <a:cs typeface="Times New Roman"/>
              </a:rPr>
              <a:t>doi</a:t>
            </a:r>
            <a:r>
              <a:rPr lang="en-US" sz="1100">
                <a:solidFill>
                  <a:schemeClr val="tx1"/>
                </a:solidFill>
                <a:latin typeface="Times New Roman"/>
                <a:cs typeface="Times New Roman"/>
              </a:rPr>
              <a:t>: 10.3390/plants13202876. [Online]. Available: </a:t>
            </a:r>
            <a:r>
              <a:rPr lang="en-US" sz="1100">
                <a:solidFill>
                  <a:schemeClr val="tx1"/>
                </a:solidFill>
                <a:latin typeface="Times New Roman"/>
                <a:cs typeface="Times New Roman"/>
                <a:hlinkClick r:id="rId6">
                  <a:extLst>
                    <a:ext uri="{A12FA001-AC4F-418D-AE19-62706E023703}">
                      <ahyp:hlinkClr xmlns:ahyp="http://schemas.microsoft.com/office/drawing/2018/hyperlinkcolor" val="tx"/>
                    </a:ext>
                  </a:extLst>
                </a:hlinkClick>
              </a:rPr>
              <a:t>https://doi.org/10.3390/plants13202876</a:t>
            </a:r>
            <a:r>
              <a:rPr lang="en-US" sz="1100">
                <a:solidFill>
                  <a:schemeClr val="tx1"/>
                </a:solidFill>
                <a:latin typeface="Times New Roman"/>
                <a:cs typeface="Times New Roman"/>
              </a:rPr>
              <a:t> (accessed Sept. 8, 2026).</a:t>
            </a:r>
          </a:p>
          <a:p>
            <a:pPr algn="just"/>
            <a:r>
              <a:rPr lang="en-US" sz="1100">
                <a:solidFill>
                  <a:schemeClr val="tx1"/>
                </a:solidFill>
                <a:latin typeface="Times New Roman"/>
                <a:cs typeface="Times New Roman"/>
              </a:rPr>
              <a:t>[6] IEC, </a:t>
            </a:r>
            <a:r>
              <a:rPr lang="en-US" sz="1100" i="1">
                <a:solidFill>
                  <a:schemeClr val="tx1"/>
                </a:solidFill>
                <a:latin typeface="Times New Roman"/>
                <a:cs typeface="Times New Roman"/>
              </a:rPr>
              <a:t>Degrees of protection provided by enclosures — IP code</a:t>
            </a:r>
            <a:r>
              <a:rPr lang="en-US" sz="1100">
                <a:solidFill>
                  <a:schemeClr val="tx1"/>
                </a:solidFill>
                <a:latin typeface="Times New Roman"/>
                <a:cs typeface="Times New Roman"/>
              </a:rPr>
              <a:t>, IEC 60529, 20th ed., Geneva: International Electrotechnical Commission, 2020. (Accessed 6 Oct. 2026).</a:t>
            </a:r>
          </a:p>
          <a:p>
            <a:pPr algn="just"/>
            <a:r>
              <a:rPr lang="en-US" sz="1100">
                <a:solidFill>
                  <a:schemeClr val="tx1"/>
                </a:solidFill>
                <a:latin typeface="Times New Roman"/>
                <a:cs typeface="Times New Roman"/>
              </a:rPr>
              <a:t>[7]  ISO. ISO 13850:2015 Safety of machinery — Emergency stop function — Principles for design. ISO.org. (Accessed 6 Oct. 2026).</a:t>
            </a:r>
          </a:p>
          <a:p>
            <a:pPr algn="just"/>
            <a:r>
              <a:rPr lang="en-US" sz="1100">
                <a:solidFill>
                  <a:schemeClr val="tx1"/>
                </a:solidFill>
                <a:latin typeface="Times New Roman"/>
                <a:cs typeface="Times New Roman"/>
              </a:rPr>
              <a:t>[8] International Organization for Standardization/International Electrotechnical Commission, “ISO/IEC 17123 — Calibration and verification of measurement devices,” ISO/IEC 17123, 1st ed., 2023, pp. 1–120. Available: </a:t>
            </a:r>
            <a:r>
              <a:rPr lang="en-US" sz="1100">
                <a:solidFill>
                  <a:schemeClr val="tx1"/>
                </a:solidFill>
                <a:latin typeface="Times New Roman"/>
                <a:cs typeface="Times New Roman"/>
                <a:hlinkClick r:id="rId7">
                  <a:extLst>
                    <a:ext uri="{A12FA001-AC4F-418D-AE19-62706E023703}">
                      <ahyp:hlinkClr xmlns:ahyp="http://schemas.microsoft.com/office/drawing/2018/hyperlinkcolor" val="tx"/>
                    </a:ext>
                  </a:extLst>
                </a:hlinkClick>
              </a:rPr>
              <a:t>https://www.iso.org/standard/62085.html</a:t>
            </a:r>
            <a:r>
              <a:rPr lang="en-US" sz="1100">
                <a:solidFill>
                  <a:schemeClr val="tx1"/>
                </a:solidFill>
                <a:latin typeface="Times New Roman"/>
                <a:cs typeface="Times New Roman"/>
              </a:rPr>
              <a:t>. (Accessed: Oct. 6, 2026)</a:t>
            </a:r>
          </a:p>
          <a:p>
            <a:pPr algn="just"/>
            <a:r>
              <a:rPr lang="en-US" sz="1100">
                <a:solidFill>
                  <a:schemeClr val="tx1"/>
                </a:solidFill>
                <a:latin typeface="Times New Roman"/>
                <a:cs typeface="Times New Roman"/>
              </a:rPr>
              <a:t> The Forest Buddy team acknowledges the use of ChatGPT in preparation for this assignment including proof reading and general statements.</a:t>
            </a:r>
          </a:p>
          <a:p>
            <a:endParaRPr lang="en-US">
              <a:solidFill>
                <a:srgbClr val="E2D4CA">
                  <a:alpha val="85000"/>
                </a:srgbClr>
              </a:solidFill>
            </a:endParaRPr>
          </a:p>
        </p:txBody>
      </p:sp>
    </p:spTree>
    <p:extLst>
      <p:ext uri="{BB962C8B-B14F-4D97-AF65-F5344CB8AC3E}">
        <p14:creationId xmlns:p14="http://schemas.microsoft.com/office/powerpoint/2010/main" val="3733106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FE449-E96C-4E0E-A449-9E0701A909E0}"/>
              </a:ext>
            </a:extLst>
          </p:cNvPr>
          <p:cNvSpPr>
            <a:spLocks noGrp="1"/>
          </p:cNvSpPr>
          <p:nvPr>
            <p:ph type="title"/>
          </p:nvPr>
        </p:nvSpPr>
        <p:spPr>
          <a:xfrm>
            <a:off x="485775" y="647700"/>
            <a:ext cx="3680395" cy="1403343"/>
          </a:xfrm>
        </p:spPr>
        <p:txBody>
          <a:bodyPr/>
          <a:lstStyle/>
          <a:p>
            <a:r>
              <a:rPr lang="en-US"/>
              <a:t>Thank you</a:t>
            </a:r>
          </a:p>
        </p:txBody>
      </p:sp>
      <p:sp>
        <p:nvSpPr>
          <p:cNvPr id="3" name="Content Placeholder 2">
            <a:extLst>
              <a:ext uri="{FF2B5EF4-FFF2-40B4-BE49-F238E27FC236}">
                <a16:creationId xmlns:a16="http://schemas.microsoft.com/office/drawing/2014/main" id="{BD3F7967-21CD-4D4E-A475-5040D50F9B40}"/>
              </a:ext>
            </a:extLst>
          </p:cNvPr>
          <p:cNvSpPr>
            <a:spLocks noGrp="1"/>
          </p:cNvSpPr>
          <p:nvPr>
            <p:ph idx="1"/>
          </p:nvPr>
        </p:nvSpPr>
        <p:spPr>
          <a:xfrm>
            <a:off x="647701" y="2683104"/>
            <a:ext cx="3364358" cy="3673245"/>
          </a:xfrm>
        </p:spPr>
        <p:txBody>
          <a:bodyPr/>
          <a:lstStyle/>
          <a:p>
            <a:r>
              <a:rPr lang="en-US"/>
              <a:t>Questions?</a:t>
            </a:r>
          </a:p>
        </p:txBody>
      </p:sp>
      <p:pic>
        <p:nvPicPr>
          <p:cNvPr id="16" name="Picture Placeholder 5" descr="forest">
            <a:extLst>
              <a:ext uri="{FF2B5EF4-FFF2-40B4-BE49-F238E27FC236}">
                <a16:creationId xmlns:a16="http://schemas.microsoft.com/office/drawing/2014/main" id="{474772FB-EF5F-44F3-8C06-F39CA59EF52C}"/>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val="0"/>
              </a:ext>
            </a:extLst>
          </a:blip>
          <a:srcRect/>
          <a:stretch/>
        </p:blipFill>
        <p:spPr>
          <a:xfrm>
            <a:off x="4575175" y="0"/>
            <a:ext cx="7616825" cy="6858000"/>
          </a:xfrm>
        </p:spPr>
      </p:pic>
      <p:sp>
        <p:nvSpPr>
          <p:cNvPr id="43" name="Slide Number Placeholder 42">
            <a:extLst>
              <a:ext uri="{FF2B5EF4-FFF2-40B4-BE49-F238E27FC236}">
                <a16:creationId xmlns:a16="http://schemas.microsoft.com/office/drawing/2014/main" id="{B95B4304-0747-4AD1-BD3D-E4BFD5441AF5}"/>
              </a:ext>
            </a:extLst>
          </p:cNvPr>
          <p:cNvSpPr>
            <a:spLocks noGrp="1"/>
          </p:cNvSpPr>
          <p:nvPr>
            <p:ph type="sldNum" sz="quarter" idx="12"/>
          </p:nvPr>
        </p:nvSpPr>
        <p:spPr>
          <a:xfrm>
            <a:off x="10518474" y="6356350"/>
            <a:ext cx="1414733" cy="365125"/>
          </a:xfrm>
        </p:spPr>
        <p:txBody>
          <a:bodyPr/>
          <a:lstStyle/>
          <a:p>
            <a:fld id="{AE208ADF-3ADD-483D-A721-14E3EEE2C135}" type="slidenum">
              <a:rPr lang="en-US" smtClean="0"/>
              <a:pPr/>
              <a:t>21</a:t>
            </a:fld>
            <a:endParaRPr lang="en-US"/>
          </a:p>
        </p:txBody>
      </p:sp>
    </p:spTree>
    <p:extLst>
      <p:ext uri="{BB962C8B-B14F-4D97-AF65-F5344CB8AC3E}">
        <p14:creationId xmlns:p14="http://schemas.microsoft.com/office/powerpoint/2010/main" val="1528177044"/>
      </p:ext>
    </p:extLst>
  </p:cSld>
  <p:clrMapOvr>
    <a:masterClrMapping/>
  </p:clrMapOvr>
</p:sld>
</file>

<file path=ppt/theme/theme1.xml><?xml version="1.0" encoding="utf-8"?>
<a:theme xmlns:a="http://schemas.openxmlformats.org/drawingml/2006/main" name="PineVTI">
  <a:themeElements>
    <a:clrScheme name="Pine">
      <a:dk1>
        <a:sysClr val="windowText" lastClr="000000"/>
      </a:dk1>
      <a:lt1>
        <a:sysClr val="window" lastClr="FFFFFF"/>
      </a:lt1>
      <a:dk2>
        <a:srgbClr val="081B19"/>
      </a:dk2>
      <a:lt2>
        <a:srgbClr val="E2D4CA"/>
      </a:lt2>
      <a:accent1>
        <a:srgbClr val="415347"/>
      </a:accent1>
      <a:accent2>
        <a:srgbClr val="753E33"/>
      </a:accent2>
      <a:accent3>
        <a:srgbClr val="7B614F"/>
      </a:accent3>
      <a:accent4>
        <a:srgbClr val="827B6D"/>
      </a:accent4>
      <a:accent5>
        <a:srgbClr val="495255"/>
      </a:accent5>
      <a:accent6>
        <a:srgbClr val="2D5358"/>
      </a:accent6>
      <a:hlink>
        <a:srgbClr val="A8705D"/>
      </a:hlink>
      <a:folHlink>
        <a:srgbClr val="5B688B"/>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ne_Win32_JB_SL_v2.potx" id="{3FE2ADD4-A665-4FB8-B8C0-7CA1C57550A1}" vid="{0ED6AE89-9D72-42A2-A52F-A4B3C658EF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6e2bc9a-fcee-4d67-819b-41f4937a952e" xsi:nil="true"/>
    <lcf76f155ced4ddcb4097134ff3c332f xmlns="18818139-5856-4594-9446-0ade22aa1a4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B4D05BD3F26149845B3B9471E613D0" ma:contentTypeVersion="11" ma:contentTypeDescription="Create a new document." ma:contentTypeScope="" ma:versionID="0020edfde1fa6400ef3b58987107a0bc">
  <xsd:schema xmlns:xsd="http://www.w3.org/2001/XMLSchema" xmlns:xs="http://www.w3.org/2001/XMLSchema" xmlns:p="http://schemas.microsoft.com/office/2006/metadata/properties" xmlns:ns2="18818139-5856-4594-9446-0ade22aa1a41" xmlns:ns3="c6e2bc9a-fcee-4d67-819b-41f4937a952e" targetNamespace="http://schemas.microsoft.com/office/2006/metadata/properties" ma:root="true" ma:fieldsID="f48a320ff992805edc6cbcb9dfe2e117" ns2:_="" ns3:_="">
    <xsd:import namespace="18818139-5856-4594-9446-0ade22aa1a41"/>
    <xsd:import namespace="c6e2bc9a-fcee-4d67-819b-41f4937a95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818139-5856-4594-9446-0ade22aa1a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2011f1f-c1f6-43e5-98b2-4e6fd79a0b5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6e2bc9a-fcee-4d67-819b-41f4937a952e"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cdc711e-dcf6-4fda-89bf-9af02bbb261a}" ma:internalName="TaxCatchAll" ma:showField="CatchAllData" ma:web="c6e2bc9a-fcee-4d67-819b-41f4937a95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506F55-A469-454B-8FCA-6F8BCF9DAA6B}">
  <ds:schemaRefs>
    <ds:schemaRef ds:uri="http://purl.org/dc/dcmitype/"/>
    <ds:schemaRef ds:uri="c6e2bc9a-fcee-4d67-819b-41f4937a952e"/>
    <ds:schemaRef ds:uri="http://schemas.openxmlformats.org/package/2006/metadata/core-properties"/>
    <ds:schemaRef ds:uri="http://schemas.microsoft.com/office/2006/documentManagement/types"/>
    <ds:schemaRef ds:uri="http://purl.org/dc/elements/1.1/"/>
    <ds:schemaRef ds:uri="18818139-5856-4594-9446-0ade22aa1a41"/>
    <ds:schemaRef ds:uri="http://purl.org/dc/terms/"/>
    <ds:schemaRef ds:uri="http://schemas.microsoft.com/office/2006/metadata/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8C0CC34A-D535-41BC-8B48-A0E1EA32D7E8}">
  <ds:schemaRefs>
    <ds:schemaRef ds:uri="http://schemas.microsoft.com/sharepoint/v3/contenttype/forms"/>
  </ds:schemaRefs>
</ds:datastoreItem>
</file>

<file path=customXml/itemProps3.xml><?xml version="1.0" encoding="utf-8"?>
<ds:datastoreItem xmlns:ds="http://schemas.openxmlformats.org/officeDocument/2006/customXml" ds:itemID="{1393EA09-BBCA-49CE-A469-6F5B6901B76D}">
  <ds:schemaRefs>
    <ds:schemaRef ds:uri="18818139-5856-4594-9446-0ade22aa1a41"/>
    <ds:schemaRef ds:uri="c6e2bc9a-fcee-4d67-819b-41f4937a95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Pine design</Template>
  <TotalTime>0</TotalTime>
  <Words>1732</Words>
  <Application>Microsoft Office PowerPoint</Application>
  <PresentationFormat>Widescreen</PresentationFormat>
  <Paragraphs>226</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Arial,Sans-Serif</vt:lpstr>
      <vt:lpstr>Calibri</vt:lpstr>
      <vt:lpstr>Cambria Math</vt:lpstr>
      <vt:lpstr>Dante</vt:lpstr>
      <vt:lpstr>Times New Roman</vt:lpstr>
      <vt:lpstr>PineVTI</vt:lpstr>
      <vt:lpstr>Forest Buddy</vt:lpstr>
      <vt:lpstr> Forest Buddy Team</vt:lpstr>
      <vt:lpstr>The Problem</vt:lpstr>
      <vt:lpstr>Previous Solutions</vt:lpstr>
      <vt:lpstr>Competitive advantages</vt:lpstr>
      <vt:lpstr>PowerPoint Presentation</vt:lpstr>
      <vt:lpstr>PowerPoint Presentation</vt:lpstr>
      <vt:lpstr>Features</vt:lpstr>
      <vt:lpstr>Constraints</vt:lpstr>
      <vt:lpstr>Requirements</vt:lpstr>
      <vt:lpstr>Standards</vt:lpstr>
      <vt:lpstr>Major Component: Microcontroller</vt:lpstr>
      <vt:lpstr>Major Component: Camera</vt:lpstr>
      <vt:lpstr>Major Component: Motor</vt:lpstr>
      <vt:lpstr>Gannt Chart</vt:lpstr>
      <vt:lpstr>Subsystem Deliverables John Allen ( Communication)</vt:lpstr>
      <vt:lpstr>Subsystem Deliverables Alten Reeves (Locomotion) Gerardo Hernandez (Data Analysis)</vt:lpstr>
      <vt:lpstr>Broader Impact</vt:lpstr>
      <vt:lpstr>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Williams, Lane</dc:creator>
  <cp:lastModifiedBy>Allen, John</cp:lastModifiedBy>
  <cp:revision>1</cp:revision>
  <dcterms:created xsi:type="dcterms:W3CDTF">2026-10-14T16:49:19Z</dcterms:created>
  <dcterms:modified xsi:type="dcterms:W3CDTF">2026-10-15T23:24:02Z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0x010100BDB4D05BD3F26149845B3B9471E613D0</vt:lpwstr>
  </property>
  <property fmtid="{D5CDD505-2E9C-101B-9397-08002B2CF9AE}" pid="3" name="MediaServiceImageTags">
    <vt:lpwstr/>
  </property>
</Properties>
</file>