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523"/>
    <a:srgbClr val="8F993E"/>
    <a:srgbClr val="EDB315"/>
    <a:srgbClr val="5D1725"/>
    <a:srgbClr val="C1C6C8"/>
    <a:srgbClr val="DAC79D"/>
    <a:srgbClr val="642F6C"/>
    <a:srgbClr val="007FA3"/>
    <a:srgbClr val="FFB81C"/>
    <a:srgbClr val="A94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24CF5-ACE4-ECBB-F783-AEAEBBBB0A55}" v="118" dt="2026-09-10T21:23:34.025"/>
    <p1510:client id="{5702522F-083D-BEED-5DCD-BDAD8AE4A960}" v="4" dt="2026-09-10T20:44:32.228"/>
    <p1510:client id="{5F5227E3-0DD9-4B0D-495E-DABD0C7AE2FB}" v="1" dt="2026-09-10T21:21:37.566"/>
    <p1510:client id="{7A5A951B-C010-CB36-7D70-57514A391BFD}" v="9" dt="2026-09-10T21:07:04.208"/>
    <p1510:client id="{7A86E9DE-9F96-41DA-B036-1C63A689D105}" v="2" dt="2026-09-10T21:14:54.125"/>
    <p1510:client id="{7B042443-8515-FA01-FA74-74B3738EB7AD}" v="1168" dt="2026-09-10T21:24:09.184"/>
    <p1510:client id="{C129B9DD-375B-8BD5-EF28-40E972BD2BA4}" v="63" dt="2026-09-10T22:34:20.724"/>
    <p1510:client id="{F0318E9E-A842-43D6-8438-103BC6D072B1}" v="8" dt="2026-09-10T22:34:28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en, John" userId="S::jpa241@msstate.edu::56257ca0-71a3-4e2c-94f2-487e97fcce52" providerId="AD" clId="Web-{17824CF5-ACE4-ECBB-F783-AEAEBBBB0A55}"/>
    <pc:docChg chg="modSld">
      <pc:chgData name="Allen, John" userId="S::jpa241@msstate.edu::56257ca0-71a3-4e2c-94f2-487e97fcce52" providerId="AD" clId="Web-{17824CF5-ACE4-ECBB-F783-AEAEBBBB0A55}" dt="2026-09-10T21:23:34.025" v="71"/>
      <pc:docMkLst>
        <pc:docMk/>
      </pc:docMkLst>
      <pc:sldChg chg="delSp modSp">
        <pc:chgData name="Allen, John" userId="S::jpa241@msstate.edu::56257ca0-71a3-4e2c-94f2-487e97fcce52" providerId="AD" clId="Web-{17824CF5-ACE4-ECBB-F783-AEAEBBBB0A55}" dt="2026-09-10T21:23:34.025" v="71"/>
        <pc:sldMkLst>
          <pc:docMk/>
          <pc:sldMk cId="1833805497" sldId="256"/>
        </pc:sldMkLst>
        <pc:spChg chg="mod">
          <ac:chgData name="Allen, John" userId="S::jpa241@msstate.edu::56257ca0-71a3-4e2c-94f2-487e97fcce52" providerId="AD" clId="Web-{17824CF5-ACE4-ECBB-F783-AEAEBBBB0A55}" dt="2026-09-10T21:06:17.462" v="44" actId="20577"/>
          <ac:spMkLst>
            <pc:docMk/>
            <pc:sldMk cId="1833805497" sldId="256"/>
            <ac:spMk id="18" creationId="{C12D8B69-B6A6-459B-A5AF-3134828AF626}"/>
          </ac:spMkLst>
        </pc:spChg>
        <pc:spChg chg="mod">
          <ac:chgData name="Allen, John" userId="S::jpa241@msstate.edu::56257ca0-71a3-4e2c-94f2-487e97fcce52" providerId="AD" clId="Web-{17824CF5-ACE4-ECBB-F783-AEAEBBBB0A55}" dt="2026-09-10T21:06:52.135" v="52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Allen, John" userId="S::jpa241@msstate.edu::56257ca0-71a3-4e2c-94f2-487e97fcce52" providerId="AD" clId="Web-{17824CF5-ACE4-ECBB-F783-AEAEBBBB0A55}" dt="2026-09-10T21:07:00.854" v="54" actId="20577"/>
          <ac:spMkLst>
            <pc:docMk/>
            <pc:sldMk cId="1833805497" sldId="256"/>
            <ac:spMk id="22" creationId="{0831BEBF-EAAA-4BAD-939F-1D3F1E3AEB78}"/>
          </ac:spMkLst>
        </pc:spChg>
        <pc:spChg chg="mod">
          <ac:chgData name="Allen, John" userId="S::jpa241@msstate.edu::56257ca0-71a3-4e2c-94f2-487e97fcce52" providerId="AD" clId="Web-{17824CF5-ACE4-ECBB-F783-AEAEBBBB0A55}" dt="2026-09-10T21:09:00.201" v="67" actId="20577"/>
          <ac:spMkLst>
            <pc:docMk/>
            <pc:sldMk cId="1833805497" sldId="256"/>
            <ac:spMk id="23" creationId="{E2270B09-4A63-4196-BEFB-7418E0886DF9}"/>
          </ac:spMkLst>
        </pc:spChg>
        <pc:picChg chg="del">
          <ac:chgData name="Allen, John" userId="S::jpa241@msstate.edu::56257ca0-71a3-4e2c-94f2-487e97fcce52" providerId="AD" clId="Web-{17824CF5-ACE4-ECBB-F783-AEAEBBBB0A55}" dt="2026-09-10T21:23:34.025" v="71"/>
          <ac:picMkLst>
            <pc:docMk/>
            <pc:sldMk cId="1833805497" sldId="256"/>
            <ac:picMk id="9" creationId="{1B63923C-736A-8637-9B7A-A3E47B9EC892}"/>
          </ac:picMkLst>
        </pc:picChg>
        <pc:picChg chg="mod">
          <ac:chgData name="Allen, John" userId="S::jpa241@msstate.edu::56257ca0-71a3-4e2c-94f2-487e97fcce52" providerId="AD" clId="Web-{17824CF5-ACE4-ECBB-F783-AEAEBBBB0A55}" dt="2026-09-10T21:09:12.764" v="70" actId="14100"/>
          <ac:picMkLst>
            <pc:docMk/>
            <pc:sldMk cId="1833805497" sldId="256"/>
            <ac:picMk id="20" creationId="{22D190BB-3E48-4F6B-B088-626CE4A272C5}"/>
          </ac:picMkLst>
        </pc:picChg>
      </pc:sldChg>
    </pc:docChg>
  </pc:docChgLst>
  <pc:docChgLst>
    <pc:chgData clId="Web-{23514122-C667-36C7-303F-C10CA57DFF3A}"/>
    <pc:docChg chg="modSld">
      <pc:chgData name="" userId="" providerId="" clId="Web-{23514122-C667-36C7-303F-C10CA57DFF3A}" dt="2026-09-08T20:30:31.578" v="0" actId="1076"/>
      <pc:docMkLst>
        <pc:docMk/>
      </pc:docMkLst>
      <pc:sldChg chg="modSp">
        <pc:chgData name="" userId="" providerId="" clId="Web-{23514122-C667-36C7-303F-C10CA57DFF3A}" dt="2026-09-08T20:30:31.578" v="0" actId="1076"/>
        <pc:sldMkLst>
          <pc:docMk/>
          <pc:sldMk cId="1833805497" sldId="256"/>
        </pc:sldMkLst>
        <pc:spChg chg="mod">
          <ac:chgData name="" userId="" providerId="" clId="Web-{23514122-C667-36C7-303F-C10CA57DFF3A}" dt="2026-09-08T20:30:31.578" v="0" actId="1076"/>
          <ac:spMkLst>
            <pc:docMk/>
            <pc:sldMk cId="1833805497" sldId="256"/>
            <ac:spMk id="17" creationId="{DF1C5109-18A0-4AD4-A094-AA710452CAD1}"/>
          </ac:spMkLst>
        </pc:spChg>
      </pc:sldChg>
    </pc:docChg>
  </pc:docChgLst>
  <pc:docChgLst>
    <pc:chgData name="Williams, Lane" userId="S::lw1750@msstate.edu::84f82159-e2bb-4316-bcbd-586b82823c9d" providerId="AD" clId="Web-{1976AF8F-77F5-933E-2B1A-1500015A24AC}"/>
    <pc:docChg chg="modSld">
      <pc:chgData name="Williams, Lane" userId="S::lw1750@msstate.edu::84f82159-e2bb-4316-bcbd-586b82823c9d" providerId="AD" clId="Web-{1976AF8F-77F5-933E-2B1A-1500015A24AC}" dt="2026-09-08T22:59:28.852" v="2" actId="20577"/>
      <pc:docMkLst>
        <pc:docMk/>
      </pc:docMkLst>
      <pc:sldChg chg="modSp">
        <pc:chgData name="Williams, Lane" userId="S::lw1750@msstate.edu::84f82159-e2bb-4316-bcbd-586b82823c9d" providerId="AD" clId="Web-{1976AF8F-77F5-933E-2B1A-1500015A24AC}" dt="2026-09-08T22:59:28.852" v="2" actId="20577"/>
        <pc:sldMkLst>
          <pc:docMk/>
          <pc:sldMk cId="1833805497" sldId="256"/>
        </pc:sldMkLst>
        <pc:spChg chg="mod">
          <ac:chgData name="Williams, Lane" userId="S::lw1750@msstate.edu::84f82159-e2bb-4316-bcbd-586b82823c9d" providerId="AD" clId="Web-{1976AF8F-77F5-933E-2B1A-1500015A24AC}" dt="2026-09-08T22:59:28.852" v="2" actId="20577"/>
          <ac:spMkLst>
            <pc:docMk/>
            <pc:sldMk cId="1833805497" sldId="256"/>
            <ac:spMk id="18" creationId="{C12D8B69-B6A6-459B-A5AF-3134828AF626}"/>
          </ac:spMkLst>
        </pc:spChg>
      </pc:sldChg>
    </pc:docChg>
  </pc:docChgLst>
  <pc:docChgLst>
    <pc:chgData name="Williams, Lane" userId="S::lw1750@msstate.edu::84f82159-e2bb-4316-bcbd-586b82823c9d" providerId="AD" clId="Web-{5F5227E3-0DD9-4B0D-495E-DABD0C7AE2FB}"/>
    <pc:docChg chg="modSld">
      <pc:chgData name="Williams, Lane" userId="S::lw1750@msstate.edu::84f82159-e2bb-4316-bcbd-586b82823c9d" providerId="AD" clId="Web-{5F5227E3-0DD9-4B0D-495E-DABD0C7AE2FB}" dt="2026-09-10T21:21:37.566" v="0" actId="1076"/>
      <pc:docMkLst>
        <pc:docMk/>
      </pc:docMkLst>
      <pc:sldChg chg="modSp">
        <pc:chgData name="Williams, Lane" userId="S::lw1750@msstate.edu::84f82159-e2bb-4316-bcbd-586b82823c9d" providerId="AD" clId="Web-{5F5227E3-0DD9-4B0D-495E-DABD0C7AE2FB}" dt="2026-09-10T21:21:37.566" v="0" actId="1076"/>
        <pc:sldMkLst>
          <pc:docMk/>
          <pc:sldMk cId="1833805497" sldId="256"/>
        </pc:sldMkLst>
        <pc:spChg chg="mod">
          <ac:chgData name="Williams, Lane" userId="S::lw1750@msstate.edu::84f82159-e2bb-4316-bcbd-586b82823c9d" providerId="AD" clId="Web-{5F5227E3-0DD9-4B0D-495E-DABD0C7AE2FB}" dt="2026-09-10T21:21:37.566" v="0" actId="1076"/>
          <ac:spMkLst>
            <pc:docMk/>
            <pc:sldMk cId="1833805497" sldId="256"/>
            <ac:spMk id="10" creationId="{1D13E927-B0F7-06AD-529E-6C22DCEA3C5B}"/>
          </ac:spMkLst>
        </pc:spChg>
      </pc:sldChg>
    </pc:docChg>
  </pc:docChgLst>
  <pc:docChgLst>
    <pc:chgData name="Reeves, Alten" userId="S::atr255@msstate.edu::316bd0d2-6ac1-48d4-aaf5-4f41f4dca851" providerId="AD" clId="Web-{CF4ED69E-A1BE-A13C-8FBD-2B95A632CBD0}"/>
    <pc:docChg chg="modSld">
      <pc:chgData name="Reeves, Alten" userId="S::atr255@msstate.edu::316bd0d2-6ac1-48d4-aaf5-4f41f4dca851" providerId="AD" clId="Web-{CF4ED69E-A1BE-A13C-8FBD-2B95A632CBD0}" dt="2026-09-08T21:14:33.453" v="425" actId="20577"/>
      <pc:docMkLst>
        <pc:docMk/>
      </pc:docMkLst>
      <pc:sldChg chg="modSp">
        <pc:chgData name="Reeves, Alten" userId="S::atr255@msstate.edu::316bd0d2-6ac1-48d4-aaf5-4f41f4dca851" providerId="AD" clId="Web-{CF4ED69E-A1BE-A13C-8FBD-2B95A632CBD0}" dt="2026-09-08T21:14:33.453" v="425" actId="20577"/>
        <pc:sldMkLst>
          <pc:docMk/>
          <pc:sldMk cId="1833805497" sldId="256"/>
        </pc:sldMkLst>
        <pc:spChg chg="mod">
          <ac:chgData name="Reeves, Alten" userId="S::atr255@msstate.edu::316bd0d2-6ac1-48d4-aaf5-4f41f4dca851" providerId="AD" clId="Web-{CF4ED69E-A1BE-A13C-8FBD-2B95A632CBD0}" dt="2026-09-08T20:55:42.420" v="207" actId="14100"/>
          <ac:spMkLst>
            <pc:docMk/>
            <pc:sldMk cId="1833805497" sldId="256"/>
            <ac:spMk id="18" creationId="{C12D8B69-B6A6-459B-A5AF-3134828AF626}"/>
          </ac:spMkLst>
        </pc:spChg>
        <pc:spChg chg="mod">
          <ac:chgData name="Reeves, Alten" userId="S::atr255@msstate.edu::316bd0d2-6ac1-48d4-aaf5-4f41f4dca851" providerId="AD" clId="Web-{CF4ED69E-A1BE-A13C-8FBD-2B95A632CBD0}" dt="2026-09-08T21:14:33.453" v="425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Reeves, Alten" userId="S::atr255@msstate.edu::316bd0d2-6ac1-48d4-aaf5-4f41f4dca851" providerId="AD" clId="Web-{CF4ED69E-A1BE-A13C-8FBD-2B95A632CBD0}" dt="2026-09-08T21:08:28.228" v="358" actId="20577"/>
          <ac:spMkLst>
            <pc:docMk/>
            <pc:sldMk cId="1833805497" sldId="256"/>
            <ac:spMk id="22" creationId="{0831BEBF-EAAA-4BAD-939F-1D3F1E3AEB78}"/>
          </ac:spMkLst>
        </pc:spChg>
        <pc:spChg chg="mod">
          <ac:chgData name="Reeves, Alten" userId="S::atr255@msstate.edu::316bd0d2-6ac1-48d4-aaf5-4f41f4dca851" providerId="AD" clId="Web-{CF4ED69E-A1BE-A13C-8FBD-2B95A632CBD0}" dt="2026-09-08T20:55:30.623" v="206" actId="20577"/>
          <ac:spMkLst>
            <pc:docMk/>
            <pc:sldMk cId="1833805497" sldId="256"/>
            <ac:spMk id="23" creationId="{E2270B09-4A63-4196-BEFB-7418E0886DF9}"/>
          </ac:spMkLst>
        </pc:spChg>
        <pc:spChg chg="mod">
          <ac:chgData name="Reeves, Alten" userId="S::atr255@msstate.edu::316bd0d2-6ac1-48d4-aaf5-4f41f4dca851" providerId="AD" clId="Web-{CF4ED69E-A1BE-A13C-8FBD-2B95A632CBD0}" dt="2026-09-08T21:12:31.998" v="416" actId="20577"/>
          <ac:spMkLst>
            <pc:docMk/>
            <pc:sldMk cId="1833805497" sldId="256"/>
            <ac:spMk id="42" creationId="{EB550BBD-FA11-4490-971B-4D0FC02242B4}"/>
          </ac:spMkLst>
        </pc:spChg>
      </pc:sldChg>
    </pc:docChg>
  </pc:docChgLst>
  <pc:docChgLst>
    <pc:chgData name="Hernandez, Gerardo" userId="S::gh865@msstate.edu::dcd22aa6-b8ff-44b6-9193-c6c2b8201bd0" providerId="AD" clId="Web-{667010FA-E659-1F52-CA02-7244109FA590}"/>
    <pc:docChg chg="modSld">
      <pc:chgData name="Hernandez, Gerardo" userId="S::gh865@msstate.edu::dcd22aa6-b8ff-44b6-9193-c6c2b8201bd0" providerId="AD" clId="Web-{667010FA-E659-1F52-CA02-7244109FA590}" dt="2026-09-08T22:50:48.500" v="2586" actId="20577"/>
      <pc:docMkLst>
        <pc:docMk/>
      </pc:docMkLst>
      <pc:sldChg chg="addSp delSp modSp">
        <pc:chgData name="Hernandez, Gerardo" userId="S::gh865@msstate.edu::dcd22aa6-b8ff-44b6-9193-c6c2b8201bd0" providerId="AD" clId="Web-{667010FA-E659-1F52-CA02-7244109FA590}" dt="2026-09-08T22:50:48.500" v="2586" actId="20577"/>
        <pc:sldMkLst>
          <pc:docMk/>
          <pc:sldMk cId="1833805497" sldId="256"/>
        </pc:sldMkLst>
        <pc:spChg chg="mod">
          <ac:chgData name="Hernandez, Gerardo" userId="S::gh865@msstate.edu::dcd22aa6-b8ff-44b6-9193-c6c2b8201bd0" providerId="AD" clId="Web-{667010FA-E659-1F52-CA02-7244109FA590}" dt="2026-09-08T22:25:05.010" v="2584" actId="1076"/>
          <ac:spMkLst>
            <pc:docMk/>
            <pc:sldMk cId="1833805497" sldId="256"/>
            <ac:spMk id="10" creationId="{1D13E927-B0F7-06AD-529E-6C22DCEA3C5B}"/>
          </ac:spMkLst>
        </pc:spChg>
        <pc:spChg chg="mod">
          <ac:chgData name="Hernandez, Gerardo" userId="S::gh865@msstate.edu::dcd22aa6-b8ff-44b6-9193-c6c2b8201bd0" providerId="AD" clId="Web-{667010FA-E659-1F52-CA02-7244109FA590}" dt="2026-09-08T21:26:46.544" v="940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Hernandez, Gerardo" userId="S::gh865@msstate.edu::dcd22aa6-b8ff-44b6-9193-c6c2b8201bd0" providerId="AD" clId="Web-{667010FA-E659-1F52-CA02-7244109FA590}" dt="2026-09-08T21:46:44.471" v="1798" actId="20577"/>
          <ac:spMkLst>
            <pc:docMk/>
            <pc:sldMk cId="1833805497" sldId="256"/>
            <ac:spMk id="22" creationId="{0831BEBF-EAAA-4BAD-939F-1D3F1E3AEB78}"/>
          </ac:spMkLst>
        </pc:spChg>
        <pc:spChg chg="mod">
          <ac:chgData name="Hernandez, Gerardo" userId="S::gh865@msstate.edu::dcd22aa6-b8ff-44b6-9193-c6c2b8201bd0" providerId="AD" clId="Web-{667010FA-E659-1F52-CA02-7244109FA590}" dt="2026-09-08T22:50:48.500" v="2586" actId="20577"/>
          <ac:spMkLst>
            <pc:docMk/>
            <pc:sldMk cId="1833805497" sldId="256"/>
            <ac:spMk id="23" creationId="{E2270B09-4A63-4196-BEFB-7418E0886DF9}"/>
          </ac:spMkLst>
        </pc:spChg>
        <pc:picChg chg="add mod">
          <ac:chgData name="Hernandez, Gerardo" userId="S::gh865@msstate.edu::dcd22aa6-b8ff-44b6-9193-c6c2b8201bd0" providerId="AD" clId="Web-{667010FA-E659-1F52-CA02-7244109FA590}" dt="2026-09-08T22:10:19.089" v="2572" actId="1076"/>
          <ac:picMkLst>
            <pc:docMk/>
            <pc:sldMk cId="1833805497" sldId="256"/>
            <ac:picMk id="20" creationId="{22D190BB-3E48-4F6B-B088-626CE4A272C5}"/>
          </ac:picMkLst>
        </pc:picChg>
      </pc:sldChg>
    </pc:docChg>
  </pc:docChgLst>
  <pc:docChgLst>
    <pc:chgData name="Garrett, Landon" userId="S::lpg79@msstate.edu::e7744a96-ac61-478e-a35e-dc5220c33205" providerId="AD" clId="Web-{00000000-0000-0000-0000-000000000000}"/>
    <pc:docChg chg="modSld">
      <pc:chgData name="Garrett, Landon" userId="S::lpg79@msstate.edu::e7744a96-ac61-478e-a35e-dc5220c33205" providerId="AD" clId="Web-{00000000-0000-0000-0000-000000000000}" dt="2026-09-03T21:43:05.036" v="33" actId="20577"/>
      <pc:docMkLst>
        <pc:docMk/>
      </pc:docMkLst>
    </pc:docChg>
  </pc:docChgLst>
  <pc:docChgLst>
    <pc:chgData name="Reeves, Alten" userId="S::atr255@msstate.edu::316bd0d2-6ac1-48d4-aaf5-4f41f4dca851" providerId="AD" clId="Web-{801CF5B2-09AC-5E90-1B53-0E6D47D5A136}"/>
    <pc:docChg chg="modSld">
      <pc:chgData name="Reeves, Alten" userId="S::atr255@msstate.edu::316bd0d2-6ac1-48d4-aaf5-4f41f4dca851" providerId="AD" clId="Web-{801CF5B2-09AC-5E90-1B53-0E6D47D5A136}" dt="2026-09-08T23:19:01.804" v="209" actId="20577"/>
      <pc:docMkLst>
        <pc:docMk/>
      </pc:docMkLst>
      <pc:sldChg chg="modSp">
        <pc:chgData name="Reeves, Alten" userId="S::atr255@msstate.edu::316bd0d2-6ac1-48d4-aaf5-4f41f4dca851" providerId="AD" clId="Web-{801CF5B2-09AC-5E90-1B53-0E6D47D5A136}" dt="2026-09-08T23:19:01.804" v="209" actId="20577"/>
        <pc:sldMkLst>
          <pc:docMk/>
          <pc:sldMk cId="1833805497" sldId="256"/>
        </pc:sldMkLst>
        <pc:spChg chg="mod">
          <ac:chgData name="Reeves, Alten" userId="S::atr255@msstate.edu::316bd0d2-6ac1-48d4-aaf5-4f41f4dca851" providerId="AD" clId="Web-{801CF5B2-09AC-5E90-1B53-0E6D47D5A136}" dt="2026-09-08T22:57:33.324" v="133" actId="20577"/>
          <ac:spMkLst>
            <pc:docMk/>
            <pc:sldMk cId="1833805497" sldId="256"/>
            <ac:spMk id="10" creationId="{1D13E927-B0F7-06AD-529E-6C22DCEA3C5B}"/>
          </ac:spMkLst>
        </pc:spChg>
        <pc:spChg chg="mod">
          <ac:chgData name="Reeves, Alten" userId="S::atr255@msstate.edu::316bd0d2-6ac1-48d4-aaf5-4f41f4dca851" providerId="AD" clId="Web-{801CF5B2-09AC-5E90-1B53-0E6D47D5A136}" dt="2026-09-08T22:57:04.979" v="129" actId="1076"/>
          <ac:spMkLst>
            <pc:docMk/>
            <pc:sldMk cId="1833805497" sldId="256"/>
            <ac:spMk id="15" creationId="{6EF975BD-13B6-2FB6-DA81-DC05DEF92F6F}"/>
          </ac:spMkLst>
        </pc:spChg>
        <pc:spChg chg="mod">
          <ac:chgData name="Reeves, Alten" userId="S::atr255@msstate.edu::316bd0d2-6ac1-48d4-aaf5-4f41f4dca851" providerId="AD" clId="Web-{801CF5B2-09AC-5E90-1B53-0E6D47D5A136}" dt="2026-09-08T23:03:44.945" v="156" actId="20577"/>
          <ac:spMkLst>
            <pc:docMk/>
            <pc:sldMk cId="1833805497" sldId="256"/>
            <ac:spMk id="18" creationId="{C12D8B69-B6A6-459B-A5AF-3134828AF626}"/>
          </ac:spMkLst>
        </pc:spChg>
        <pc:spChg chg="mod">
          <ac:chgData name="Reeves, Alten" userId="S::atr255@msstate.edu::316bd0d2-6ac1-48d4-aaf5-4f41f4dca851" providerId="AD" clId="Web-{801CF5B2-09AC-5E90-1B53-0E6D47D5A136}" dt="2026-09-08T23:10:24.771" v="197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Reeves, Alten" userId="S::atr255@msstate.edu::316bd0d2-6ac1-48d4-aaf5-4f41f4dca851" providerId="AD" clId="Web-{801CF5B2-09AC-5E90-1B53-0E6D47D5A136}" dt="2026-09-08T23:06:25.029" v="169" actId="20577"/>
          <ac:spMkLst>
            <pc:docMk/>
            <pc:sldMk cId="1833805497" sldId="256"/>
            <ac:spMk id="22" creationId="{0831BEBF-EAAA-4BAD-939F-1D3F1E3AEB78}"/>
          </ac:spMkLst>
        </pc:spChg>
        <pc:spChg chg="mod">
          <ac:chgData name="Reeves, Alten" userId="S::atr255@msstate.edu::316bd0d2-6ac1-48d4-aaf5-4f41f4dca851" providerId="AD" clId="Web-{801CF5B2-09AC-5E90-1B53-0E6D47D5A136}" dt="2026-09-08T23:19:01.804" v="209" actId="20577"/>
          <ac:spMkLst>
            <pc:docMk/>
            <pc:sldMk cId="1833805497" sldId="256"/>
            <ac:spMk id="23" creationId="{E2270B09-4A63-4196-BEFB-7418E0886DF9}"/>
          </ac:spMkLst>
        </pc:spChg>
        <pc:picChg chg="mod">
          <ac:chgData name="Reeves, Alten" userId="S::atr255@msstate.edu::316bd0d2-6ac1-48d4-aaf5-4f41f4dca851" providerId="AD" clId="Web-{801CF5B2-09AC-5E90-1B53-0E6D47D5A136}" dt="2026-09-08T22:01:09.265" v="26" actId="14100"/>
          <ac:picMkLst>
            <pc:docMk/>
            <pc:sldMk cId="1833805497" sldId="256"/>
            <ac:picMk id="6" creationId="{4EB040E3-1002-81E9-F1F8-C527F7F86DF0}"/>
          </ac:picMkLst>
        </pc:picChg>
      </pc:sldChg>
    </pc:docChg>
  </pc:docChgLst>
  <pc:docChgLst>
    <pc:chgData name="Williams, Lane" userId="S::lw1750@msstate.edu::84f82159-e2bb-4316-bcbd-586b82823c9d" providerId="AD" clId="Web-{67E7B20E-AB4B-31DB-524C-2C07115213ED}"/>
    <pc:docChg chg="modSld">
      <pc:chgData name="Williams, Lane" userId="S::lw1750@msstate.edu::84f82159-e2bb-4316-bcbd-586b82823c9d" providerId="AD" clId="Web-{67E7B20E-AB4B-31DB-524C-2C07115213ED}" dt="2026-09-08T22:03:40.931" v="6"/>
      <pc:docMkLst>
        <pc:docMk/>
      </pc:docMkLst>
    </pc:docChg>
  </pc:docChgLst>
  <pc:docChgLst>
    <pc:chgData name="Hernandez, Gerardo" userId="S::gh865@msstate.edu::dcd22aa6-b8ff-44b6-9193-c6c2b8201bd0" providerId="AD" clId="Web-{00000000-0000-0000-0000-000000000000}"/>
    <pc:docChg chg="modSld">
      <pc:chgData name="Hernandez, Gerardo" userId="S::gh865@msstate.edu::dcd22aa6-b8ff-44b6-9193-c6c2b8201bd0" providerId="AD" clId="Web-{00000000-0000-0000-0000-000000000000}" dt="2026-09-03T21:43:02.058" v="1270" actId="20577"/>
      <pc:docMkLst>
        <pc:docMk/>
      </pc:docMkLst>
    </pc:docChg>
  </pc:docChgLst>
  <pc:docChgLst>
    <pc:chgData name="Williams, Lane" userId="S::lw1750@msstate.edu::84f82159-e2bb-4316-bcbd-586b82823c9d" providerId="AD" clId="Web-{5702522F-083D-BEED-5DCD-BDAD8AE4A960}"/>
    <pc:docChg chg="modSld">
      <pc:chgData name="Williams, Lane" userId="S::lw1750@msstate.edu::84f82159-e2bb-4316-bcbd-586b82823c9d" providerId="AD" clId="Web-{5702522F-083D-BEED-5DCD-BDAD8AE4A960}" dt="2026-09-10T20:44:32.228" v="1" actId="20577"/>
      <pc:docMkLst>
        <pc:docMk/>
      </pc:docMkLst>
      <pc:sldChg chg="modSp">
        <pc:chgData name="Williams, Lane" userId="S::lw1750@msstate.edu::84f82159-e2bb-4316-bcbd-586b82823c9d" providerId="AD" clId="Web-{5702522F-083D-BEED-5DCD-BDAD8AE4A960}" dt="2026-09-10T20:44:32.228" v="1" actId="20577"/>
        <pc:sldMkLst>
          <pc:docMk/>
          <pc:sldMk cId="1833805497" sldId="256"/>
        </pc:sldMkLst>
        <pc:spChg chg="mod">
          <ac:chgData name="Williams, Lane" userId="S::lw1750@msstate.edu::84f82159-e2bb-4316-bcbd-586b82823c9d" providerId="AD" clId="Web-{5702522F-083D-BEED-5DCD-BDAD8AE4A960}" dt="2026-09-10T20:44:32.228" v="1" actId="20577"/>
          <ac:spMkLst>
            <pc:docMk/>
            <pc:sldMk cId="1833805497" sldId="256"/>
            <ac:spMk id="19" creationId="{DA8BA15B-A88E-4301-B2D7-492553D34EDB}"/>
          </ac:spMkLst>
        </pc:spChg>
      </pc:sldChg>
    </pc:docChg>
  </pc:docChgLst>
  <pc:docChgLst>
    <pc:chgData name="Garrett, Landon" userId="S::lpg79@msstate.edu::e7744a96-ac61-478e-a35e-dc5220c33205" providerId="AD" clId="Web-{36178BEA-5297-5F05-6CE8-8CF337D6CA63}"/>
    <pc:docChg chg="modSld">
      <pc:chgData name="Garrett, Landon" userId="S::lpg79@msstate.edu::e7744a96-ac61-478e-a35e-dc5220c33205" providerId="AD" clId="Web-{36178BEA-5297-5F05-6CE8-8CF337D6CA63}" dt="2026-09-08T23:12:41.307" v="28" actId="14100"/>
      <pc:docMkLst>
        <pc:docMk/>
      </pc:docMkLst>
      <pc:sldChg chg="modSp">
        <pc:chgData name="Garrett, Landon" userId="S::lpg79@msstate.edu::e7744a96-ac61-478e-a35e-dc5220c33205" providerId="AD" clId="Web-{36178BEA-5297-5F05-6CE8-8CF337D6CA63}" dt="2026-09-08T23:12:41.307" v="28" actId="14100"/>
        <pc:sldMkLst>
          <pc:docMk/>
          <pc:sldMk cId="1833805497" sldId="256"/>
        </pc:sldMkLst>
        <pc:spChg chg="mod">
          <ac:chgData name="Garrett, Landon" userId="S::lpg79@msstate.edu::e7744a96-ac61-478e-a35e-dc5220c33205" providerId="AD" clId="Web-{36178BEA-5297-5F05-6CE8-8CF337D6CA63}" dt="2026-09-08T23:12:41.307" v="28" actId="14100"/>
          <ac:spMkLst>
            <pc:docMk/>
            <pc:sldMk cId="1833805497" sldId="256"/>
            <ac:spMk id="8" creationId="{81E00E16-ACDD-427E-8A7A-A9584FB281DE}"/>
          </ac:spMkLst>
        </pc:spChg>
        <pc:spChg chg="mod">
          <ac:chgData name="Garrett, Landon" userId="S::lpg79@msstate.edu::e7744a96-ac61-478e-a35e-dc5220c33205" providerId="AD" clId="Web-{36178BEA-5297-5F05-6CE8-8CF337D6CA63}" dt="2026-09-08T22:46:38.721" v="13" actId="20577"/>
          <ac:spMkLst>
            <pc:docMk/>
            <pc:sldMk cId="1833805497" sldId="256"/>
            <ac:spMk id="10" creationId="{1D13E927-B0F7-06AD-529E-6C22DCEA3C5B}"/>
          </ac:spMkLst>
        </pc:spChg>
        <pc:spChg chg="mod">
          <ac:chgData name="Garrett, Landon" userId="S::lpg79@msstate.edu::e7744a96-ac61-478e-a35e-dc5220c33205" providerId="AD" clId="Web-{36178BEA-5297-5F05-6CE8-8CF337D6CA63}" dt="2026-09-08T22:49:18.490" v="19" actId="20577"/>
          <ac:spMkLst>
            <pc:docMk/>
            <pc:sldMk cId="1833805497" sldId="256"/>
            <ac:spMk id="15" creationId="{6EF975BD-13B6-2FB6-DA81-DC05DEF92F6F}"/>
          </ac:spMkLst>
        </pc:spChg>
        <pc:spChg chg="mod">
          <ac:chgData name="Garrett, Landon" userId="S::lpg79@msstate.edu::e7744a96-ac61-478e-a35e-dc5220c33205" providerId="AD" clId="Web-{36178BEA-5297-5F05-6CE8-8CF337D6CA63}" dt="2026-09-08T23:02:20.055" v="26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Garrett, Landon" userId="S::lpg79@msstate.edu::e7744a96-ac61-478e-a35e-dc5220c33205" providerId="AD" clId="Web-{36178BEA-5297-5F05-6CE8-8CF337D6CA63}" dt="2026-09-08T22:42:23.267" v="1" actId="20577"/>
          <ac:spMkLst>
            <pc:docMk/>
            <pc:sldMk cId="1833805497" sldId="256"/>
            <ac:spMk id="23" creationId="{E2270B09-4A63-4196-BEFB-7418E0886DF9}"/>
          </ac:spMkLst>
        </pc:spChg>
      </pc:sldChg>
    </pc:docChg>
  </pc:docChgLst>
  <pc:docChgLst>
    <pc:chgData name="Williams, Lane" userId="S::lw1750@msstate.edu::84f82159-e2bb-4316-bcbd-586b82823c9d" providerId="AD" clId="Web-{23514122-C667-36C7-303F-C10CA57DFF3A}"/>
    <pc:docChg chg="modSld">
      <pc:chgData name="Williams, Lane" userId="S::lw1750@msstate.edu::84f82159-e2bb-4316-bcbd-586b82823c9d" providerId="AD" clId="Web-{23514122-C667-36C7-303F-C10CA57DFF3A}" dt="2026-09-08T20:32:11.297" v="6" actId="14100"/>
      <pc:docMkLst>
        <pc:docMk/>
      </pc:docMkLst>
      <pc:sldChg chg="modSp">
        <pc:chgData name="Williams, Lane" userId="S::lw1750@msstate.edu::84f82159-e2bb-4316-bcbd-586b82823c9d" providerId="AD" clId="Web-{23514122-C667-36C7-303F-C10CA57DFF3A}" dt="2026-09-08T20:32:11.297" v="6" actId="14100"/>
        <pc:sldMkLst>
          <pc:docMk/>
          <pc:sldMk cId="1833805497" sldId="256"/>
        </pc:sldMkLst>
        <pc:spChg chg="mod">
          <ac:chgData name="Williams, Lane" userId="S::lw1750@msstate.edu::84f82159-e2bb-4316-bcbd-586b82823c9d" providerId="AD" clId="Web-{23514122-C667-36C7-303F-C10CA57DFF3A}" dt="2026-09-08T20:31:37.567" v="1" actId="1076"/>
          <ac:spMkLst>
            <pc:docMk/>
            <pc:sldMk cId="1833805497" sldId="256"/>
            <ac:spMk id="39" creationId="{5BF5D805-2863-4418-B9FB-46D2D3BA04EF}"/>
          </ac:spMkLst>
        </pc:spChg>
        <pc:picChg chg="mod">
          <ac:chgData name="Williams, Lane" userId="S::lw1750@msstate.edu::84f82159-e2bb-4316-bcbd-586b82823c9d" providerId="AD" clId="Web-{23514122-C667-36C7-303F-C10CA57DFF3A}" dt="2026-09-08T20:31:41.583" v="2" actId="1076"/>
          <ac:picMkLst>
            <pc:docMk/>
            <pc:sldMk cId="1833805497" sldId="256"/>
            <ac:picMk id="6" creationId="{4EB040E3-1002-81E9-F1F8-C527F7F86DF0}"/>
          </ac:picMkLst>
        </pc:picChg>
        <pc:picChg chg="mod">
          <ac:chgData name="Williams, Lane" userId="S::lw1750@msstate.edu::84f82159-e2bb-4316-bcbd-586b82823c9d" providerId="AD" clId="Web-{23514122-C667-36C7-303F-C10CA57DFF3A}" dt="2026-09-08T20:32:11.297" v="6" actId="14100"/>
          <ac:picMkLst>
            <pc:docMk/>
            <pc:sldMk cId="1833805497" sldId="256"/>
            <ac:picMk id="9" creationId="{1B63923C-736A-8637-9B7A-A3E47B9EC892}"/>
          </ac:picMkLst>
        </pc:picChg>
      </pc:sldChg>
    </pc:docChg>
  </pc:docChgLst>
  <pc:docChgLst>
    <pc:chgData name="Williams, Lane" userId="S::lw1750@msstate.edu::84f82159-e2bb-4316-bcbd-586b82823c9d" providerId="AD" clId="Web-{6D543E9B-E476-092C-A8CC-E1D620A1A4B9}"/>
    <pc:docChg chg="modSld">
      <pc:chgData name="Williams, Lane" userId="S::lw1750@msstate.edu::84f82159-e2bb-4316-bcbd-586b82823c9d" providerId="AD" clId="Web-{6D543E9B-E476-092C-A8CC-E1D620A1A4B9}" dt="2026-09-08T22:55:09.958" v="195" actId="14100"/>
      <pc:docMkLst>
        <pc:docMk/>
      </pc:docMkLst>
    </pc:docChg>
  </pc:docChgLst>
  <pc:docChgLst>
    <pc:chgData name="Allen, John" userId="56257ca0-71a3-4e2c-94f2-487e97fcce52" providerId="ADAL" clId="{43B5B685-E837-46F5-80CA-40DFF3943BF0}"/>
    <pc:docChg chg="custSel modSld">
      <pc:chgData name="Allen, John" userId="56257ca0-71a3-4e2c-94f2-487e97fcce52" providerId="ADAL" clId="{43B5B685-E837-46F5-80CA-40DFF3943BF0}" dt="2026-09-10T22:34:28.960" v="868" actId="478"/>
      <pc:docMkLst>
        <pc:docMk/>
      </pc:docMkLst>
      <pc:sldChg chg="delSp modSp mod">
        <pc:chgData name="Allen, John" userId="56257ca0-71a3-4e2c-94f2-487e97fcce52" providerId="ADAL" clId="{43B5B685-E837-46F5-80CA-40DFF3943BF0}" dt="2026-09-10T22:34:28.960" v="868" actId="478"/>
        <pc:sldMkLst>
          <pc:docMk/>
          <pc:sldMk cId="1833805497" sldId="256"/>
        </pc:sldMkLst>
        <pc:spChg chg="mod">
          <ac:chgData name="Allen, John" userId="56257ca0-71a3-4e2c-94f2-487e97fcce52" providerId="ADAL" clId="{43B5B685-E837-46F5-80CA-40DFF3943BF0}" dt="2026-09-08T22:57:21.956" v="706" actId="14100"/>
          <ac:spMkLst>
            <pc:docMk/>
            <pc:sldMk cId="1833805497" sldId="256"/>
            <ac:spMk id="10" creationId="{1D13E927-B0F7-06AD-529E-6C22DCEA3C5B}"/>
          </ac:spMkLst>
        </pc:spChg>
        <pc:spChg chg="mod">
          <ac:chgData name="Allen, John" userId="56257ca0-71a3-4e2c-94f2-487e97fcce52" providerId="ADAL" clId="{43B5B685-E837-46F5-80CA-40DFF3943BF0}" dt="2026-09-08T22:46:05.935" v="686" actId="20577"/>
          <ac:spMkLst>
            <pc:docMk/>
            <pc:sldMk cId="1833805497" sldId="256"/>
            <ac:spMk id="15" creationId="{6EF975BD-13B6-2FB6-DA81-DC05DEF92F6F}"/>
          </ac:spMkLst>
        </pc:spChg>
        <pc:spChg chg="mod">
          <ac:chgData name="Allen, John" userId="56257ca0-71a3-4e2c-94f2-487e97fcce52" providerId="ADAL" clId="{43B5B685-E837-46F5-80CA-40DFF3943BF0}" dt="2026-09-08T23:02:15.096" v="849" actId="20577"/>
          <ac:spMkLst>
            <pc:docMk/>
            <pc:sldMk cId="1833805497" sldId="256"/>
            <ac:spMk id="18" creationId="{C12D8B69-B6A6-459B-A5AF-3134828AF626}"/>
          </ac:spMkLst>
        </pc:spChg>
        <pc:spChg chg="mod">
          <ac:chgData name="Allen, John" userId="56257ca0-71a3-4e2c-94f2-487e97fcce52" providerId="ADAL" clId="{43B5B685-E837-46F5-80CA-40DFF3943BF0}" dt="2026-09-08T23:11:48.906" v="857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Allen, John" userId="56257ca0-71a3-4e2c-94f2-487e97fcce52" providerId="ADAL" clId="{43B5B685-E837-46F5-80CA-40DFF3943BF0}" dt="2026-09-08T23:19:37.470" v="860" actId="207"/>
          <ac:spMkLst>
            <pc:docMk/>
            <pc:sldMk cId="1833805497" sldId="256"/>
            <ac:spMk id="23" creationId="{E2270B09-4A63-4196-BEFB-7418E0886DF9}"/>
          </ac:spMkLst>
        </pc:spChg>
        <pc:picChg chg="mod">
          <ac:chgData name="Allen, John" userId="56257ca0-71a3-4e2c-94f2-487e97fcce52" providerId="ADAL" clId="{43B5B685-E837-46F5-80CA-40DFF3943BF0}" dt="2026-09-08T22:50:12.017" v="703" actId="14100"/>
          <ac:picMkLst>
            <pc:docMk/>
            <pc:sldMk cId="1833805497" sldId="256"/>
            <ac:picMk id="20" creationId="{22D190BB-3E48-4F6B-B088-626CE4A272C5}"/>
          </ac:picMkLst>
        </pc:picChg>
        <pc:picChg chg="mod">
          <ac:chgData name="Allen, John" userId="56257ca0-71a3-4e2c-94f2-487e97fcce52" providerId="ADAL" clId="{43B5B685-E837-46F5-80CA-40DFF3943BF0}" dt="2026-09-10T22:33:47.820" v="867" actId="14100"/>
          <ac:picMkLst>
            <pc:docMk/>
            <pc:sldMk cId="1833805497" sldId="256"/>
            <ac:picMk id="27" creationId="{3FE69077-E1B1-D87E-76FB-B88FAC474B6E}"/>
          </ac:picMkLst>
        </pc:picChg>
        <pc:picChg chg="mod">
          <ac:chgData name="Allen, John" userId="56257ca0-71a3-4e2c-94f2-487e97fcce52" providerId="ADAL" clId="{43B5B685-E837-46F5-80CA-40DFF3943BF0}" dt="2026-09-10T22:33:15.702" v="864" actId="1076"/>
          <ac:picMkLst>
            <pc:docMk/>
            <pc:sldMk cId="1833805497" sldId="256"/>
            <ac:picMk id="28" creationId="{2DF28E48-3680-A26F-2754-4DFBE40D563C}"/>
          </ac:picMkLst>
        </pc:picChg>
        <pc:picChg chg="del">
          <ac:chgData name="Allen, John" userId="56257ca0-71a3-4e2c-94f2-487e97fcce52" providerId="ADAL" clId="{43B5B685-E837-46F5-80CA-40DFF3943BF0}" dt="2026-09-10T22:33:36.211" v="865" actId="478"/>
          <ac:picMkLst>
            <pc:docMk/>
            <pc:sldMk cId="1833805497" sldId="256"/>
            <ac:picMk id="29" creationId="{E93ABE9B-DE05-E05A-7238-325431F0EC31}"/>
          </ac:picMkLst>
        </pc:picChg>
        <pc:picChg chg="del">
          <ac:chgData name="Allen, John" userId="56257ca0-71a3-4e2c-94f2-487e97fcce52" providerId="ADAL" clId="{43B5B685-E837-46F5-80CA-40DFF3943BF0}" dt="2026-09-10T22:34:28.960" v="868" actId="478"/>
          <ac:picMkLst>
            <pc:docMk/>
            <pc:sldMk cId="1833805497" sldId="256"/>
            <ac:picMk id="30" creationId="{3710E44A-8972-045E-6336-E02366306F2A}"/>
          </ac:picMkLst>
        </pc:picChg>
      </pc:sldChg>
    </pc:docChg>
  </pc:docChgLst>
  <pc:docChgLst>
    <pc:chgData name="Williams, Lane" userId="S::lw1750@msstate.edu::84f82159-e2bb-4316-bcbd-586b82823c9d" providerId="AD" clId="Web-{F3C035F6-5BF2-E1C5-F730-539ECC4E7C54}"/>
    <pc:docChg chg="modSld">
      <pc:chgData name="Williams, Lane" userId="S::lw1750@msstate.edu::84f82159-e2bb-4316-bcbd-586b82823c9d" providerId="AD" clId="Web-{F3C035F6-5BF2-E1C5-F730-539ECC4E7C54}" dt="2026-09-08T21:38:28.580" v="68" actId="1076"/>
      <pc:docMkLst>
        <pc:docMk/>
      </pc:docMkLst>
    </pc:docChg>
  </pc:docChgLst>
  <pc:docChgLst>
    <pc:chgData name="Garrett, Landon" userId="e7744a96-ac61-478e-a35e-dc5220c33205" providerId="ADAL" clId="{B46C9589-41BB-4F3B-ADEA-3E7F21838642}"/>
    <pc:docChg chg="modSld">
      <pc:chgData name="Garrett, Landon" userId="e7744a96-ac61-478e-a35e-dc5220c33205" providerId="ADAL" clId="{B46C9589-41BB-4F3B-ADEA-3E7F21838642}" dt="2026-09-10T21:14:54.125" v="1" actId="1076"/>
      <pc:docMkLst>
        <pc:docMk/>
      </pc:docMkLst>
      <pc:sldChg chg="modSp mod">
        <pc:chgData name="Garrett, Landon" userId="e7744a96-ac61-478e-a35e-dc5220c33205" providerId="ADAL" clId="{B46C9589-41BB-4F3B-ADEA-3E7F21838642}" dt="2026-09-10T21:14:54.125" v="1" actId="1076"/>
        <pc:sldMkLst>
          <pc:docMk/>
          <pc:sldMk cId="1833805497" sldId="256"/>
        </pc:sldMkLst>
        <pc:spChg chg="mod">
          <ac:chgData name="Garrett, Landon" userId="e7744a96-ac61-478e-a35e-dc5220c33205" providerId="ADAL" clId="{B46C9589-41BB-4F3B-ADEA-3E7F21838642}" dt="2026-09-10T21:14:30.227" v="0" actId="20577"/>
          <ac:spMkLst>
            <pc:docMk/>
            <pc:sldMk cId="1833805497" sldId="256"/>
            <ac:spMk id="23" creationId="{E2270B09-4A63-4196-BEFB-7418E0886DF9}"/>
          </ac:spMkLst>
        </pc:spChg>
        <pc:picChg chg="mod">
          <ac:chgData name="Garrett, Landon" userId="e7744a96-ac61-478e-a35e-dc5220c33205" providerId="ADAL" clId="{B46C9589-41BB-4F3B-ADEA-3E7F21838642}" dt="2026-09-10T21:14:54.125" v="1" actId="1076"/>
          <ac:picMkLst>
            <pc:docMk/>
            <pc:sldMk cId="1833805497" sldId="256"/>
            <ac:picMk id="20" creationId="{22D190BB-3E48-4F6B-B088-626CE4A272C5}"/>
          </ac:picMkLst>
        </pc:picChg>
      </pc:sldChg>
    </pc:docChg>
  </pc:docChgLst>
  <pc:docChgLst>
    <pc:chgData name="McGee, Joshua" userId="S::jhm502@msstate.edu::e2c6dcce-a5a1-4f3a-bc78-a0a49568d351" providerId="AD" clId="Web-{C129B9DD-375B-8BD5-EF28-40E972BD2BA4}"/>
    <pc:docChg chg="modSld">
      <pc:chgData name="McGee, Joshua" userId="S::jhm502@msstate.edu::e2c6dcce-a5a1-4f3a-bc78-a0a49568d351" providerId="AD" clId="Web-{C129B9DD-375B-8BD5-EF28-40E972BD2BA4}" dt="2026-09-10T22:34:20.724" v="60" actId="1076"/>
      <pc:docMkLst>
        <pc:docMk/>
      </pc:docMkLst>
      <pc:sldChg chg="addSp delSp modSp">
        <pc:chgData name="McGee, Joshua" userId="S::jhm502@msstate.edu::e2c6dcce-a5a1-4f3a-bc78-a0a49568d351" providerId="AD" clId="Web-{C129B9DD-375B-8BD5-EF28-40E972BD2BA4}" dt="2026-09-10T22:34:20.724" v="60" actId="1076"/>
        <pc:sldMkLst>
          <pc:docMk/>
          <pc:sldMk cId="1833805497" sldId="256"/>
        </pc:sldMkLst>
        <pc:spChg chg="mod">
          <ac:chgData name="McGee, Joshua" userId="S::jhm502@msstate.edu::e2c6dcce-a5a1-4f3a-bc78-a0a49568d351" providerId="AD" clId="Web-{C129B9DD-375B-8BD5-EF28-40E972BD2BA4}" dt="2026-09-10T22:21:02.357" v="41" actId="20577"/>
          <ac:spMkLst>
            <pc:docMk/>
            <pc:sldMk cId="1833805497" sldId="256"/>
            <ac:spMk id="19" creationId="{DA8BA15B-A88E-4301-B2D7-492553D34EDB}"/>
          </ac:spMkLst>
        </pc:spChg>
        <pc:picChg chg="add del mod">
          <ac:chgData name="McGee, Joshua" userId="S::jhm502@msstate.edu::e2c6dcce-a5a1-4f3a-bc78-a0a49568d351" providerId="AD" clId="Web-{C129B9DD-375B-8BD5-EF28-40E972BD2BA4}" dt="2026-09-10T22:16:56.866" v="11"/>
          <ac:picMkLst>
            <pc:docMk/>
            <pc:sldMk cId="1833805497" sldId="256"/>
            <ac:picMk id="6" creationId="{C3F6F78E-07EE-7A64-B3C5-D1722FF5B8B8}"/>
          </ac:picMkLst>
        </pc:picChg>
        <pc:picChg chg="add del mod">
          <ac:chgData name="McGee, Joshua" userId="S::jhm502@msstate.edu::e2c6dcce-a5a1-4f3a-bc78-a0a49568d351" providerId="AD" clId="Web-{C129B9DD-375B-8BD5-EF28-40E972BD2BA4}" dt="2026-09-10T22:17:40.523" v="19"/>
          <ac:picMkLst>
            <pc:docMk/>
            <pc:sldMk cId="1833805497" sldId="256"/>
            <ac:picMk id="9" creationId="{620FD5EA-315D-9458-9C7F-C1D5DBDBA266}"/>
          </ac:picMkLst>
        </pc:picChg>
        <pc:picChg chg="add del mod">
          <ac:chgData name="McGee, Joshua" userId="S::jhm502@msstate.edu::e2c6dcce-a5a1-4f3a-bc78-a0a49568d351" providerId="AD" clId="Web-{C129B9DD-375B-8BD5-EF28-40E972BD2BA4}" dt="2026-09-10T22:26:13.430" v="49"/>
          <ac:picMkLst>
            <pc:docMk/>
            <pc:sldMk cId="1833805497" sldId="256"/>
            <ac:picMk id="15" creationId="{7F6713B9-5BE5-A131-BE46-8222E1B6EFF6}"/>
          </ac:picMkLst>
        </pc:picChg>
        <pc:picChg chg="add mod">
          <ac:chgData name="McGee, Joshua" userId="S::jhm502@msstate.edu::e2c6dcce-a5a1-4f3a-bc78-a0a49568d351" providerId="AD" clId="Web-{C129B9DD-375B-8BD5-EF28-40E972BD2BA4}" dt="2026-09-10T22:19:58.871" v="39" actId="14100"/>
          <ac:picMkLst>
            <pc:docMk/>
            <pc:sldMk cId="1833805497" sldId="256"/>
            <ac:picMk id="21" creationId="{76B6C8D4-2D95-6302-0067-C15370DA2811}"/>
          </ac:picMkLst>
        </pc:picChg>
        <pc:picChg chg="add del mod">
          <ac:chgData name="McGee, Joshua" userId="S::jhm502@msstate.edu::e2c6dcce-a5a1-4f3a-bc78-a0a49568d351" providerId="AD" clId="Web-{C129B9DD-375B-8BD5-EF28-40E972BD2BA4}" dt="2026-09-10T22:25:30.397" v="45"/>
          <ac:picMkLst>
            <pc:docMk/>
            <pc:sldMk cId="1833805497" sldId="256"/>
            <ac:picMk id="24" creationId="{A88E2B44-4D89-36A1-D29E-8A6958F5E546}"/>
          </ac:picMkLst>
        </pc:picChg>
        <pc:picChg chg="add del mod">
          <ac:chgData name="McGee, Joshua" userId="S::jhm502@msstate.edu::e2c6dcce-a5a1-4f3a-bc78-a0a49568d351" providerId="AD" clId="Web-{C129B9DD-375B-8BD5-EF28-40E972BD2BA4}" dt="2026-09-10T22:25:30.397" v="44"/>
          <ac:picMkLst>
            <pc:docMk/>
            <pc:sldMk cId="1833805497" sldId="256"/>
            <ac:picMk id="25" creationId="{0146598F-A172-A497-27F8-167D4C709AFF}"/>
          </ac:picMkLst>
        </pc:picChg>
        <pc:picChg chg="add del mod">
          <ac:chgData name="McGee, Joshua" userId="S::jhm502@msstate.edu::e2c6dcce-a5a1-4f3a-bc78-a0a49568d351" providerId="AD" clId="Web-{C129B9DD-375B-8BD5-EF28-40E972BD2BA4}" dt="2026-09-10T22:32:35.081" v="52"/>
          <ac:picMkLst>
            <pc:docMk/>
            <pc:sldMk cId="1833805497" sldId="256"/>
            <ac:picMk id="26" creationId="{4AF7CA3B-FCBD-695A-09C7-3718D2E56F3F}"/>
          </ac:picMkLst>
        </pc:picChg>
        <pc:picChg chg="add mod">
          <ac:chgData name="McGee, Joshua" userId="S::jhm502@msstate.edu::e2c6dcce-a5a1-4f3a-bc78-a0a49568d351" providerId="AD" clId="Web-{C129B9DD-375B-8BD5-EF28-40E972BD2BA4}" dt="2026-09-10T22:32:45.159" v="54" actId="1076"/>
          <ac:picMkLst>
            <pc:docMk/>
            <pc:sldMk cId="1833805497" sldId="256"/>
            <ac:picMk id="27" creationId="{3FE69077-E1B1-D87E-76FB-B88FAC474B6E}"/>
          </ac:picMkLst>
        </pc:picChg>
        <pc:picChg chg="add del mod">
          <ac:chgData name="McGee, Joshua" userId="S::jhm502@msstate.edu::e2c6dcce-a5a1-4f3a-bc78-a0a49568d351" providerId="AD" clId="Web-{C129B9DD-375B-8BD5-EF28-40E972BD2BA4}" dt="2026-09-10T22:33:20.676" v="56"/>
          <ac:picMkLst>
            <pc:docMk/>
            <pc:sldMk cId="1833805497" sldId="256"/>
            <ac:picMk id="28" creationId="{2DF28E48-3680-A26F-2754-4DFBE40D563C}"/>
          </ac:picMkLst>
        </pc:picChg>
        <pc:picChg chg="add mod">
          <ac:chgData name="McGee, Joshua" userId="S::jhm502@msstate.edu::e2c6dcce-a5a1-4f3a-bc78-a0a49568d351" providerId="AD" clId="Web-{C129B9DD-375B-8BD5-EF28-40E972BD2BA4}" dt="2026-09-10T22:33:31.114" v="57"/>
          <ac:picMkLst>
            <pc:docMk/>
            <pc:sldMk cId="1833805497" sldId="256"/>
            <ac:picMk id="29" creationId="{E93ABE9B-DE05-E05A-7238-325431F0EC31}"/>
          </ac:picMkLst>
        </pc:picChg>
        <pc:picChg chg="add mod">
          <ac:chgData name="McGee, Joshua" userId="S::jhm502@msstate.edu::e2c6dcce-a5a1-4f3a-bc78-a0a49568d351" providerId="AD" clId="Web-{C129B9DD-375B-8BD5-EF28-40E972BD2BA4}" dt="2026-09-10T22:34:20.724" v="60" actId="1076"/>
          <ac:picMkLst>
            <pc:docMk/>
            <pc:sldMk cId="1833805497" sldId="256"/>
            <ac:picMk id="30" creationId="{3710E44A-8972-045E-6336-E02366306F2A}"/>
          </ac:picMkLst>
        </pc:picChg>
      </pc:sldChg>
    </pc:docChg>
  </pc:docChgLst>
  <pc:docChgLst>
    <pc:chgData name="Hernandez, Gerardo" userId="S::gh865@msstate.edu::dcd22aa6-b8ff-44b6-9193-c6c2b8201bd0" providerId="AD" clId="Web-{7A5A951B-C010-CB36-7D70-57514A391BFD}"/>
    <pc:docChg chg="modSld">
      <pc:chgData name="Hernandez, Gerardo" userId="S::gh865@msstate.edu::dcd22aa6-b8ff-44b6-9193-c6c2b8201bd0" providerId="AD" clId="Web-{7A5A951B-C010-CB36-7D70-57514A391BFD}" dt="2026-09-10T21:07:04.208" v="3"/>
      <pc:docMkLst>
        <pc:docMk/>
      </pc:docMkLst>
      <pc:sldChg chg="delSp modSp">
        <pc:chgData name="Hernandez, Gerardo" userId="S::gh865@msstate.edu::dcd22aa6-b8ff-44b6-9193-c6c2b8201bd0" providerId="AD" clId="Web-{7A5A951B-C010-CB36-7D70-57514A391BFD}" dt="2026-09-10T21:07:04.208" v="3"/>
        <pc:sldMkLst>
          <pc:docMk/>
          <pc:sldMk cId="1833805497" sldId="256"/>
        </pc:sldMkLst>
        <pc:spChg chg="mod">
          <ac:chgData name="Hernandez, Gerardo" userId="S::gh865@msstate.edu::dcd22aa6-b8ff-44b6-9193-c6c2b8201bd0" providerId="AD" clId="Web-{7A5A951B-C010-CB36-7D70-57514A391BFD}" dt="2026-09-10T21:00:14.162" v="2" actId="20577"/>
          <ac:spMkLst>
            <pc:docMk/>
            <pc:sldMk cId="1833805497" sldId="256"/>
            <ac:spMk id="23" creationId="{E2270B09-4A63-4196-BEFB-7418E0886DF9}"/>
          </ac:spMkLst>
        </pc:spChg>
        <pc:picChg chg="del">
          <ac:chgData name="Hernandez, Gerardo" userId="S::gh865@msstate.edu::dcd22aa6-b8ff-44b6-9193-c6c2b8201bd0" providerId="AD" clId="Web-{7A5A951B-C010-CB36-7D70-57514A391BFD}" dt="2026-09-10T21:07:04.208" v="3"/>
          <ac:picMkLst>
            <pc:docMk/>
            <pc:sldMk cId="1833805497" sldId="256"/>
            <ac:picMk id="6" creationId="{4EB040E3-1002-81E9-F1F8-C527F7F86DF0}"/>
          </ac:picMkLst>
        </pc:picChg>
      </pc:sldChg>
    </pc:docChg>
  </pc:docChgLst>
  <pc:docChgLst>
    <pc:chgData name="Reeves, Alten" userId="S::atr255@msstate.edu::316bd0d2-6ac1-48d4-aaf5-4f41f4dca851" providerId="AD" clId="Web-{34074FC0-CF98-F171-07A5-F75982E5580E}"/>
    <pc:docChg chg="modSld">
      <pc:chgData name="Reeves, Alten" userId="S::atr255@msstate.edu::316bd0d2-6ac1-48d4-aaf5-4f41f4dca851" providerId="AD" clId="Web-{34074FC0-CF98-F171-07A5-F75982E5580E}" dt="2026-09-03T21:20:35.762" v="316" actId="20577"/>
      <pc:docMkLst>
        <pc:docMk/>
      </pc:docMkLst>
    </pc:docChg>
  </pc:docChgLst>
  <pc:docChgLst>
    <pc:chgData name="Williams, Lane" userId="S::lw1750@msstate.edu::84f82159-e2bb-4316-bcbd-586b82823c9d" providerId="AD" clId="Web-{00000000-0000-0000-0000-000000000000}"/>
    <pc:docChg chg="modSld">
      <pc:chgData name="Williams, Lane" userId="S::lw1750@msstate.edu::84f82159-e2bb-4316-bcbd-586b82823c9d" providerId="AD" clId="Web-{00000000-0000-0000-0000-000000000000}" dt="2026-09-03T21:32:46.415" v="4" actId="14100"/>
      <pc:docMkLst>
        <pc:docMk/>
      </pc:docMkLst>
    </pc:docChg>
  </pc:docChgLst>
  <pc:docChgLst>
    <pc:chgData name="Reeves, Alten" userId="S::atr255@msstate.edu::316bd0d2-6ac1-48d4-aaf5-4f41f4dca851" providerId="AD" clId="Web-{7B042443-8515-FA01-FA74-74B3738EB7AD}"/>
    <pc:docChg chg="modSld">
      <pc:chgData name="Reeves, Alten" userId="S::atr255@msstate.edu::316bd0d2-6ac1-48d4-aaf5-4f41f4dca851" providerId="AD" clId="Web-{7B042443-8515-FA01-FA74-74B3738EB7AD}" dt="2026-09-10T21:24:09.184" v="624" actId="1076"/>
      <pc:docMkLst>
        <pc:docMk/>
      </pc:docMkLst>
      <pc:sldChg chg="delSp modSp">
        <pc:chgData name="Reeves, Alten" userId="S::atr255@msstate.edu::316bd0d2-6ac1-48d4-aaf5-4f41f4dca851" providerId="AD" clId="Web-{7B042443-8515-FA01-FA74-74B3738EB7AD}" dt="2026-09-10T21:24:09.184" v="624" actId="1076"/>
        <pc:sldMkLst>
          <pc:docMk/>
          <pc:sldMk cId="1833805497" sldId="256"/>
        </pc:sldMkLst>
        <pc:spChg chg="mod">
          <ac:chgData name="Reeves, Alten" userId="S::atr255@msstate.edu::316bd0d2-6ac1-48d4-aaf5-4f41f4dca851" providerId="AD" clId="Web-{7B042443-8515-FA01-FA74-74B3738EB7AD}" dt="2026-09-10T20:51:15.321" v="163" actId="1076"/>
          <ac:spMkLst>
            <pc:docMk/>
            <pc:sldMk cId="1833805497" sldId="256"/>
            <ac:spMk id="5" creationId="{8A78642F-9FB3-41C7-A31D-1100897A1E06}"/>
          </ac:spMkLst>
        </pc:spChg>
        <pc:spChg chg="mod">
          <ac:chgData name="Reeves, Alten" userId="S::atr255@msstate.edu::316bd0d2-6ac1-48d4-aaf5-4f41f4dca851" providerId="AD" clId="Web-{7B042443-8515-FA01-FA74-74B3738EB7AD}" dt="2026-09-10T21:24:09.184" v="624" actId="1076"/>
          <ac:spMkLst>
            <pc:docMk/>
            <pc:sldMk cId="1833805497" sldId="256"/>
            <ac:spMk id="10" creationId="{1D13E927-B0F7-06AD-529E-6C22DCEA3C5B}"/>
          </ac:spMkLst>
        </pc:spChg>
        <pc:spChg chg="mod">
          <ac:chgData name="Reeves, Alten" userId="S::atr255@msstate.edu::316bd0d2-6ac1-48d4-aaf5-4f41f4dca851" providerId="AD" clId="Web-{7B042443-8515-FA01-FA74-74B3738EB7AD}" dt="2026-09-10T20:54:09.431" v="194" actId="1076"/>
          <ac:spMkLst>
            <pc:docMk/>
            <pc:sldMk cId="1833805497" sldId="256"/>
            <ac:spMk id="12" creationId="{6A743A7E-217C-46F1-80A5-47AB1696F560}"/>
          </ac:spMkLst>
        </pc:spChg>
        <pc:spChg chg="mod">
          <ac:chgData name="Reeves, Alten" userId="S::atr255@msstate.edu::316bd0d2-6ac1-48d4-aaf5-4f41f4dca851" providerId="AD" clId="Web-{7B042443-8515-FA01-FA74-74B3738EB7AD}" dt="2026-09-10T20:54:16.009" v="195" actId="1076"/>
          <ac:spMkLst>
            <pc:docMk/>
            <pc:sldMk cId="1833805497" sldId="256"/>
            <ac:spMk id="13" creationId="{8FD665A7-0D16-47C6-A4FF-691A06789E7A}"/>
          </ac:spMkLst>
        </pc:spChg>
        <pc:spChg chg="del mod">
          <ac:chgData name="Reeves, Alten" userId="S::atr255@msstate.edu::316bd0d2-6ac1-48d4-aaf5-4f41f4dca851" providerId="AD" clId="Web-{7B042443-8515-FA01-FA74-74B3738EB7AD}" dt="2026-09-10T20:43:57.179" v="13"/>
          <ac:spMkLst>
            <pc:docMk/>
            <pc:sldMk cId="1833805497" sldId="256"/>
            <ac:spMk id="15" creationId="{6EF975BD-13B6-2FB6-DA81-DC05DEF92F6F}"/>
          </ac:spMkLst>
        </pc:spChg>
        <pc:spChg chg="mod">
          <ac:chgData name="Reeves, Alten" userId="S::atr255@msstate.edu::316bd0d2-6ac1-48d4-aaf5-4f41f4dca851" providerId="AD" clId="Web-{7B042443-8515-FA01-FA74-74B3738EB7AD}" dt="2026-09-10T21:15:10.464" v="577" actId="20577"/>
          <ac:spMkLst>
            <pc:docMk/>
            <pc:sldMk cId="1833805497" sldId="256"/>
            <ac:spMk id="18" creationId="{C12D8B69-B6A6-459B-A5AF-3134828AF626}"/>
          </ac:spMkLst>
        </pc:spChg>
        <pc:spChg chg="mod">
          <ac:chgData name="Reeves, Alten" userId="S::atr255@msstate.edu::316bd0d2-6ac1-48d4-aaf5-4f41f4dca851" providerId="AD" clId="Web-{7B042443-8515-FA01-FA74-74B3738EB7AD}" dt="2026-09-10T21:18:08.480" v="606" actId="20577"/>
          <ac:spMkLst>
            <pc:docMk/>
            <pc:sldMk cId="1833805497" sldId="256"/>
            <ac:spMk id="19" creationId="{DA8BA15B-A88E-4301-B2D7-492553D34EDB}"/>
          </ac:spMkLst>
        </pc:spChg>
        <pc:spChg chg="mod">
          <ac:chgData name="Reeves, Alten" userId="S::atr255@msstate.edu::316bd0d2-6ac1-48d4-aaf5-4f41f4dca851" providerId="AD" clId="Web-{7B042443-8515-FA01-FA74-74B3738EB7AD}" dt="2026-09-10T20:53:53.728" v="193" actId="20577"/>
          <ac:spMkLst>
            <pc:docMk/>
            <pc:sldMk cId="1833805497" sldId="256"/>
            <ac:spMk id="22" creationId="{0831BEBF-EAAA-4BAD-939F-1D3F1E3AEB78}"/>
          </ac:spMkLst>
        </pc:spChg>
        <pc:spChg chg="mod">
          <ac:chgData name="Reeves, Alten" userId="S::atr255@msstate.edu::316bd0d2-6ac1-48d4-aaf5-4f41f4dca851" providerId="AD" clId="Web-{7B042443-8515-FA01-FA74-74B3738EB7AD}" dt="2026-09-10T21:19:50.746" v="621" actId="1076"/>
          <ac:spMkLst>
            <pc:docMk/>
            <pc:sldMk cId="1833805497" sldId="256"/>
            <ac:spMk id="23" creationId="{E2270B09-4A63-4196-BEFB-7418E0886DF9}"/>
          </ac:spMkLst>
        </pc:spChg>
        <pc:picChg chg="mod">
          <ac:chgData name="Reeves, Alten" userId="S::atr255@msstate.edu::316bd0d2-6ac1-48d4-aaf5-4f41f4dca851" providerId="AD" clId="Web-{7B042443-8515-FA01-FA74-74B3738EB7AD}" dt="2026-09-10T21:20:43.231" v="623" actId="1076"/>
          <ac:picMkLst>
            <pc:docMk/>
            <pc:sldMk cId="1833805497" sldId="256"/>
            <ac:picMk id="20" creationId="{22D190BB-3E48-4F6B-B088-626CE4A272C5}"/>
          </ac:picMkLst>
        </pc:picChg>
      </pc:sldChg>
    </pc:docChg>
  </pc:docChgLst>
  <pc:docChgLst>
    <pc:chgData name="McGee, Joshua" userId="S::jhm502@msstate.edu::e2c6dcce-a5a1-4f3a-bc78-a0a49568d351" providerId="AD" clId="Web-{00000000-0000-0000-0000-000000000000}"/>
    <pc:docChg chg="modSld">
      <pc:chgData name="McGee, Joshua" userId="S::jhm502@msstate.edu::e2c6dcce-a5a1-4f3a-bc78-a0a49568d351" providerId="AD" clId="Web-{00000000-0000-0000-0000-000000000000}" dt="2026-09-08T23:25:59.738" v="315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E107B-3107-4A92-B3B1-CBE303D50A4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0888B-65E8-44FA-8CFE-749D1D9E9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0888B-65E8-44FA-8CFE-749D1D9E9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5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8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3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7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481D-26F5-45D5-AB7A-8473E4BD83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F740C0E-EE73-4713-B1D9-2F35CED42A7E}"/>
              </a:ext>
            </a:extLst>
          </p:cNvPr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C70C5-1577-4C82-B0CD-CD674027D38B}"/>
              </a:ext>
            </a:extLst>
          </p:cNvPr>
          <p:cNvSpPr/>
          <p:nvPr/>
        </p:nvSpPr>
        <p:spPr>
          <a:xfrm>
            <a:off x="457200" y="501444"/>
            <a:ext cx="42976800" cy="5486400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 anchorCtr="0"/>
          <a:lstStyle/>
          <a:p>
            <a:pPr algn="ctr">
              <a:spcAft>
                <a:spcPts val="600"/>
              </a:spcAft>
            </a:pPr>
            <a:r>
              <a:rPr lang="en-US" sz="8000" b="1">
                <a:latin typeface="Arial"/>
                <a:cs typeface="Arial"/>
              </a:rPr>
              <a:t>Forest Buddy</a:t>
            </a:r>
            <a:endParaRPr lang="en-US" sz="8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400" b="1">
                <a:latin typeface="Arial"/>
                <a:cs typeface="Arial"/>
              </a:rPr>
              <a:t>John Allen (Project Manager), Joshua McGee (Chief Scientist),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4400" b="1">
                <a:latin typeface="Arial"/>
                <a:cs typeface="Arial"/>
              </a:rPr>
              <a:t>Landon Garrett (CPE), Gerardo Hernandez (EE), Alten Reeves (EE), Lane Williams (EE)</a:t>
            </a:r>
            <a:endParaRPr lang="en-US">
              <a:ea typeface="Calibri"/>
              <a:cs typeface="Calibri"/>
            </a:endParaRPr>
          </a:p>
          <a:p>
            <a:pPr algn="ctr">
              <a:spcBef>
                <a:spcPts val="2400"/>
              </a:spcBef>
              <a:spcAft>
                <a:spcPts val="1200"/>
              </a:spcAft>
            </a:pP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Department of Electrical and Computer Engineering</a:t>
            </a:r>
          </a:p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Mississippi State University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8642F-9FB3-41C7-A31D-1100897A1E06}"/>
              </a:ext>
            </a:extLst>
          </p:cNvPr>
          <p:cNvSpPr/>
          <p:nvPr/>
        </p:nvSpPr>
        <p:spPr>
          <a:xfrm>
            <a:off x="504391" y="7602734"/>
            <a:ext cx="10928743" cy="248451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1177FB-132F-41AE-B3CC-479142CC59C6}"/>
              </a:ext>
            </a:extLst>
          </p:cNvPr>
          <p:cNvSpPr/>
          <p:nvPr/>
        </p:nvSpPr>
        <p:spPr>
          <a:xfrm>
            <a:off x="12146389" y="7693851"/>
            <a:ext cx="20242223" cy="24814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00E16-ACDD-427E-8A7A-A9584FB281DE}"/>
              </a:ext>
            </a:extLst>
          </p:cNvPr>
          <p:cNvSpPr/>
          <p:nvPr/>
        </p:nvSpPr>
        <p:spPr>
          <a:xfrm>
            <a:off x="33083299" y="6387487"/>
            <a:ext cx="10405872" cy="260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D9AB3E-185C-4461-BE1E-468E813EF4B5}"/>
              </a:ext>
            </a:extLst>
          </p:cNvPr>
          <p:cNvSpPr/>
          <p:nvPr/>
        </p:nvSpPr>
        <p:spPr>
          <a:xfrm>
            <a:off x="457199" y="6356556"/>
            <a:ext cx="10994503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Problem and Target User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43A7E-217C-46F1-80A5-47AB1696F560}"/>
              </a:ext>
            </a:extLst>
          </p:cNvPr>
          <p:cNvSpPr/>
          <p:nvPr/>
        </p:nvSpPr>
        <p:spPr>
          <a:xfrm>
            <a:off x="506849" y="24836713"/>
            <a:ext cx="10961648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Competitive Advantages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665A7-0D16-47C6-A4FF-691A06789E7A}"/>
              </a:ext>
            </a:extLst>
          </p:cNvPr>
          <p:cNvSpPr/>
          <p:nvPr/>
        </p:nvSpPr>
        <p:spPr>
          <a:xfrm>
            <a:off x="554041" y="13401677"/>
            <a:ext cx="1098524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Previous Solutions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7A1FE-923E-4210-8AFB-5C7561C91831}"/>
              </a:ext>
            </a:extLst>
          </p:cNvPr>
          <p:cNvSpPr/>
          <p:nvPr/>
        </p:nvSpPr>
        <p:spPr>
          <a:xfrm>
            <a:off x="33101868" y="6356556"/>
            <a:ext cx="10387303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Broader Impact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51C77F-10BB-4E6A-9909-9126F97FBC15}"/>
              </a:ext>
            </a:extLst>
          </p:cNvPr>
          <p:cNvSpPr/>
          <p:nvPr/>
        </p:nvSpPr>
        <p:spPr>
          <a:xfrm>
            <a:off x="12137104" y="6322251"/>
            <a:ext cx="2026079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Solution</a:t>
            </a:r>
            <a:endParaRPr 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D8B69-B6A6-459B-A5AF-3134828AF626}"/>
              </a:ext>
            </a:extLst>
          </p:cNvPr>
          <p:cNvSpPr txBox="1"/>
          <p:nvPr/>
        </p:nvSpPr>
        <p:spPr>
          <a:xfrm>
            <a:off x="513062" y="8204374"/>
            <a:ext cx="10447731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28700" lvl="1" indent="-571500" algn="just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Nearly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11%</a:t>
            </a:r>
            <a:r>
              <a:rPr lang="en-US" sz="4400">
                <a:latin typeface="Arial"/>
                <a:ea typeface="Calibri"/>
                <a:cs typeface="Arial"/>
              </a:rPr>
              <a:t> of forests in the US are exposed to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drought</a:t>
            </a:r>
            <a:r>
              <a:rPr lang="en-US" sz="4400">
                <a:latin typeface="Arial"/>
                <a:ea typeface="Calibri"/>
                <a:cs typeface="Arial"/>
              </a:rPr>
              <a:t>, expected to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rise</a:t>
            </a:r>
            <a:r>
              <a:rPr lang="en-US" sz="4400">
                <a:latin typeface="Arial"/>
                <a:ea typeface="Calibri"/>
                <a:cs typeface="Arial"/>
              </a:rPr>
              <a:t> to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38%</a:t>
            </a:r>
            <a:r>
              <a:rPr lang="en-US" sz="4400">
                <a:latin typeface="Arial"/>
                <a:ea typeface="Calibri"/>
                <a:cs typeface="Arial"/>
              </a:rPr>
              <a:t> by mid-century [1].</a:t>
            </a:r>
            <a:endParaRPr lang="en-US" sz="4400">
              <a:solidFill>
                <a:srgbClr val="375523"/>
              </a:solidFill>
              <a:latin typeface="Arial"/>
              <a:ea typeface="Calibri"/>
              <a:cs typeface="Arial"/>
            </a:endParaRPr>
          </a:p>
          <a:p>
            <a:pPr marL="1028700" lvl="1" indent="-571500" algn="just">
              <a:buFont typeface="Arial"/>
              <a:buChar char="•"/>
            </a:pPr>
            <a:endParaRPr lang="en-US" sz="4400">
              <a:latin typeface="Arial"/>
              <a:ea typeface="Calibri"/>
              <a:cs typeface="Arial"/>
            </a:endParaRPr>
          </a:p>
          <a:p>
            <a:pPr marL="1028700" lvl="1" indent="-571500" algn="just">
              <a:buFont typeface="Arial"/>
              <a:buChar char="•"/>
            </a:pP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11-16%</a:t>
            </a:r>
            <a:r>
              <a:rPr lang="en-US" sz="4400">
                <a:latin typeface="Arial"/>
                <a:ea typeface="Calibri"/>
                <a:cs typeface="Arial"/>
              </a:rPr>
              <a:t> of tree species are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threatened</a:t>
            </a:r>
            <a:r>
              <a:rPr lang="en-US" sz="4400">
                <a:latin typeface="Arial"/>
                <a:ea typeface="Calibri"/>
                <a:cs typeface="Arial"/>
              </a:rPr>
              <a:t> by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extinction</a:t>
            </a:r>
            <a:r>
              <a:rPr lang="en-US" sz="4400">
                <a:latin typeface="Arial"/>
                <a:ea typeface="Calibri"/>
                <a:cs typeface="Arial"/>
              </a:rPr>
              <a:t> due to pests and diseases [2]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BA15B-A88E-4301-B2D7-492553D34EDB}"/>
              </a:ext>
            </a:extLst>
          </p:cNvPr>
          <p:cNvSpPr txBox="1"/>
          <p:nvPr/>
        </p:nvSpPr>
        <p:spPr>
          <a:xfrm>
            <a:off x="532913" y="15348892"/>
            <a:ext cx="10496703" cy="90794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4800" b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 Leaf Link</a:t>
            </a:r>
            <a:endParaRPr lang="en-US" sz="4800" b="1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4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Used a pulley system.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4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Extremely limited mobility.</a:t>
            </a:r>
            <a:endParaRPr lang="en-US" sz="4400">
              <a:ea typeface="Calibri"/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endParaRPr lang="en-US" sz="4400"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 </a:t>
            </a:r>
            <a:r>
              <a:rPr lang="en-US" sz="4800" b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Manual Inspection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44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Economical, but impractical for inspecting large areas, and often too late to detect diseases [3], [4].</a:t>
            </a:r>
            <a:endParaRPr lang="en-US" sz="4400">
              <a:ea typeface="Calibri"/>
              <a:cs typeface="Calibri"/>
            </a:endParaRPr>
          </a:p>
          <a:p>
            <a:pPr lvl="1" algn="just"/>
            <a:endParaRPr lang="en-US" sz="440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 </a:t>
            </a:r>
            <a:r>
              <a:rPr lang="en-US" sz="4800" b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Lab Testing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44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Fast and effective, but requires the tree to be cut, which harms the tree [3],[4].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1BEBF-EAAA-4BAD-939F-1D3F1E3AEB78}"/>
              </a:ext>
            </a:extLst>
          </p:cNvPr>
          <p:cNvSpPr txBox="1"/>
          <p:nvPr/>
        </p:nvSpPr>
        <p:spPr>
          <a:xfrm>
            <a:off x="936021" y="26974231"/>
            <a:ext cx="9851923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Catches disease earlier than manual methods.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More time efficient.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Inexpensive.</a:t>
            </a:r>
          </a:p>
          <a:p>
            <a:pPr marL="1028700" lvl="1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 ≤ $1000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Data collection is non-destructive.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Scalable.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270B09-4A63-4196-BEFB-7418E0886DF9}"/>
              </a:ext>
            </a:extLst>
          </p:cNvPr>
          <p:cNvSpPr txBox="1"/>
          <p:nvPr/>
        </p:nvSpPr>
        <p:spPr>
          <a:xfrm>
            <a:off x="33152528" y="7937382"/>
            <a:ext cx="10264257" cy="113569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Benefits for target user</a:t>
            </a:r>
            <a:endParaRPr lang="en-US" sz="4400" b="1">
              <a:solidFill>
                <a:srgbClr val="375523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>
                <a:latin typeface="Arial"/>
                <a:ea typeface="Calibri"/>
                <a:cs typeface="Arial"/>
              </a:rPr>
              <a:t>Cuts labor and time costs of inspecting large quantities of trees.</a:t>
            </a:r>
            <a:endParaRPr lang="en-US" sz="40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>
                <a:latin typeface="Arial"/>
                <a:ea typeface="Calibri"/>
                <a:cs typeface="Arial"/>
              </a:rPr>
              <a:t>Nondestructive; requires no trees to be harmed.</a:t>
            </a:r>
            <a:endParaRPr lang="en-US" sz="40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>
                <a:latin typeface="Arial"/>
                <a:ea typeface="Calibri"/>
                <a:cs typeface="Arial"/>
              </a:rPr>
              <a:t>Catches drought and disease early.</a:t>
            </a:r>
            <a:endParaRPr lang="en-US" sz="40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en-US" sz="40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Potential impacts in other fields</a:t>
            </a:r>
            <a:endParaRPr lang="en-US" sz="4400" b="1">
              <a:solidFill>
                <a:srgbClr val="375523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>
                <a:latin typeface="Arial"/>
                <a:ea typeface="Calibri"/>
                <a:cs typeface="Arial"/>
              </a:rPr>
              <a:t>Forest Buddy could help the power industry by detecting at-risk trees near powerlines.</a:t>
            </a:r>
            <a:endParaRPr lang="en-US" sz="40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>
                <a:latin typeface="Arial"/>
                <a:ea typeface="Calibri"/>
                <a:cs typeface="Arial"/>
              </a:rPr>
              <a:t>It could help with fighting wildfires as canopy moisture data could be used for regional fire risk models.</a:t>
            </a:r>
            <a:endParaRPr lang="en-US" sz="40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en-US" sz="40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Unlikely Byproducts</a:t>
            </a:r>
            <a:endParaRPr lang="en-US" sz="4400" b="1">
              <a:solidFill>
                <a:srgbClr val="375523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The</a:t>
            </a:r>
            <a:r>
              <a:rPr lang="en-US" sz="4000">
                <a:latin typeface="Arial"/>
                <a:ea typeface="Calibri"/>
                <a:cs typeface="Arial"/>
              </a:rPr>
              <a:t> sensors could be changed to monitor other environmental characteristics.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E7138-C78E-4502-B798-9AC7774DCFBC}"/>
              </a:ext>
            </a:extLst>
          </p:cNvPr>
          <p:cNvSpPr/>
          <p:nvPr/>
        </p:nvSpPr>
        <p:spPr>
          <a:xfrm>
            <a:off x="-3887336" y="8531143"/>
            <a:ext cx="997527" cy="997527"/>
          </a:xfrm>
          <a:prstGeom prst="rect">
            <a:avLst/>
          </a:prstGeom>
          <a:solidFill>
            <a:srgbClr val="A94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3757F6-3E82-4CCF-BB8A-66790A1B1CD7}"/>
              </a:ext>
            </a:extLst>
          </p:cNvPr>
          <p:cNvSpPr/>
          <p:nvPr/>
        </p:nvSpPr>
        <p:spPr>
          <a:xfrm>
            <a:off x="-3887335" y="9895669"/>
            <a:ext cx="997527" cy="997527"/>
          </a:xfrm>
          <a:prstGeom prst="rect">
            <a:avLst/>
          </a:prstGeom>
          <a:solidFill>
            <a:srgbClr val="EDB3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2D7C8E-9880-4351-BCF6-A5B14EA3994D}"/>
              </a:ext>
            </a:extLst>
          </p:cNvPr>
          <p:cNvSpPr/>
          <p:nvPr/>
        </p:nvSpPr>
        <p:spPr>
          <a:xfrm>
            <a:off x="-3887336" y="11197996"/>
            <a:ext cx="997527" cy="997527"/>
          </a:xfrm>
          <a:prstGeom prst="rect">
            <a:avLst/>
          </a:prstGeom>
          <a:solidFill>
            <a:srgbClr val="007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2670F8-5824-42C5-A406-50D45EB83023}"/>
              </a:ext>
            </a:extLst>
          </p:cNvPr>
          <p:cNvSpPr/>
          <p:nvPr/>
        </p:nvSpPr>
        <p:spPr>
          <a:xfrm>
            <a:off x="-3887336" y="12500323"/>
            <a:ext cx="997527" cy="997527"/>
          </a:xfrm>
          <a:prstGeom prst="rect">
            <a:avLst/>
          </a:prstGeom>
          <a:solidFill>
            <a:srgbClr val="8F9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F993E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897A04-87B4-45CC-9A0F-AF4863B6C551}"/>
              </a:ext>
            </a:extLst>
          </p:cNvPr>
          <p:cNvSpPr/>
          <p:nvPr/>
        </p:nvSpPr>
        <p:spPr>
          <a:xfrm>
            <a:off x="-3887336" y="13802650"/>
            <a:ext cx="997527" cy="997527"/>
          </a:xfrm>
          <a:prstGeom prst="rect">
            <a:avLst/>
          </a:prstGeom>
          <a:solidFill>
            <a:srgbClr val="642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C7CA4C-B35C-469C-88E2-A811BE72E3B2}"/>
              </a:ext>
            </a:extLst>
          </p:cNvPr>
          <p:cNvSpPr/>
          <p:nvPr/>
        </p:nvSpPr>
        <p:spPr>
          <a:xfrm>
            <a:off x="-3887336" y="15102296"/>
            <a:ext cx="997527" cy="997527"/>
          </a:xfrm>
          <a:prstGeom prst="rect">
            <a:avLst/>
          </a:prstGeom>
          <a:solidFill>
            <a:srgbClr val="DAC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084BDE-29BF-48AC-A86E-CE4693095E93}"/>
              </a:ext>
            </a:extLst>
          </p:cNvPr>
          <p:cNvSpPr/>
          <p:nvPr/>
        </p:nvSpPr>
        <p:spPr>
          <a:xfrm>
            <a:off x="-3887336" y="16401942"/>
            <a:ext cx="997527" cy="997527"/>
          </a:xfrm>
          <a:prstGeom prst="rect">
            <a:avLst/>
          </a:prstGeom>
          <a:solidFill>
            <a:srgbClr val="C1C6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105100-39BA-4AA8-BA9E-463262EB857A}"/>
              </a:ext>
            </a:extLst>
          </p:cNvPr>
          <p:cNvSpPr/>
          <p:nvPr/>
        </p:nvSpPr>
        <p:spPr>
          <a:xfrm>
            <a:off x="-3887336" y="17701588"/>
            <a:ext cx="997527" cy="997527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1C5109-18A0-4AD4-A094-AA710452CAD1}"/>
              </a:ext>
            </a:extLst>
          </p:cNvPr>
          <p:cNvSpPr/>
          <p:nvPr/>
        </p:nvSpPr>
        <p:spPr>
          <a:xfrm>
            <a:off x="-3622801" y="1964076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D3E32-1FDE-4F47-9F5B-472D0774F6C2}"/>
              </a:ext>
            </a:extLst>
          </p:cNvPr>
          <p:cNvSpPr txBox="1"/>
          <p:nvPr/>
        </p:nvSpPr>
        <p:spPr>
          <a:xfrm>
            <a:off x="-5982570" y="21972926"/>
            <a:ext cx="51767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0.5” Square that can be </a:t>
            </a:r>
            <a:br>
              <a:rPr lang="en-US" sz="4000"/>
            </a:br>
            <a:r>
              <a:rPr lang="en-US" sz="4000"/>
              <a:t>used for measuring </a:t>
            </a:r>
            <a:br>
              <a:rPr lang="en-US" sz="4000"/>
            </a:br>
            <a:r>
              <a:rPr lang="en-US" sz="4000"/>
              <a:t>margins and spacing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AE0F735-9D9F-4FA6-99DB-646F87914355}"/>
              </a:ext>
            </a:extLst>
          </p:cNvPr>
          <p:cNvCxnSpPr>
            <a:stCxn id="41" idx="0"/>
          </p:cNvCxnSpPr>
          <p:nvPr/>
        </p:nvCxnSpPr>
        <p:spPr>
          <a:xfrm flipV="1">
            <a:off x="-3394201" y="20409923"/>
            <a:ext cx="0" cy="156300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BDFAACF-6928-40C4-BB84-220C74F3573F}"/>
              </a:ext>
            </a:extLst>
          </p:cNvPr>
          <p:cNvSpPr txBox="1"/>
          <p:nvPr/>
        </p:nvSpPr>
        <p:spPr>
          <a:xfrm>
            <a:off x="-5425975" y="7602734"/>
            <a:ext cx="4184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Official MSU Colors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F5D805-2863-4418-B9FB-46D2D3BA04EF}"/>
              </a:ext>
            </a:extLst>
          </p:cNvPr>
          <p:cNvSpPr/>
          <p:nvPr/>
        </p:nvSpPr>
        <p:spPr>
          <a:xfrm>
            <a:off x="12137105" y="17195900"/>
            <a:ext cx="2024222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System Diagram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550BBD-FA11-4490-971B-4D0FC02242B4}"/>
              </a:ext>
            </a:extLst>
          </p:cNvPr>
          <p:cNvSpPr/>
          <p:nvPr/>
        </p:nvSpPr>
        <p:spPr>
          <a:xfrm>
            <a:off x="33083298" y="23835175"/>
            <a:ext cx="1046104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References</a:t>
            </a:r>
            <a:endParaRPr 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7967916-A03B-4665-A820-B99307A3D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95" y="2359258"/>
            <a:ext cx="7961512" cy="1958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7F03ED-EA25-D090-2EA7-AB5C4613A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4605" y="943272"/>
            <a:ext cx="3949700" cy="4622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13E927-B0F7-06AD-529E-6C22DCEA3C5B}"/>
              </a:ext>
            </a:extLst>
          </p:cNvPr>
          <p:cNvSpPr txBox="1"/>
          <p:nvPr/>
        </p:nvSpPr>
        <p:spPr>
          <a:xfrm>
            <a:off x="33221839" y="25544248"/>
            <a:ext cx="10313530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[1] “Forests and a future of drought: Area exposed to severe drought projected to triple by 2070 | US Forest Service Research and Development,” </a:t>
            </a:r>
            <a:r>
              <a:rPr lang="en-US" sz="2400" i="1"/>
              <a:t>US Forest Service Research and Development</a:t>
            </a:r>
            <a:r>
              <a:rPr lang="en-US" sz="2400"/>
              <a:t>, 2026. https://research.fs.usda.gov/srs/articles/forests-and-future-drought-area-exposed-severe-drought-projected-triple-2070 (accessed Sept. 03, 2026).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sz="2400"/>
              <a:t>[2] “Researchers complete first comprehensive threat assessment of all U.S. trees,” </a:t>
            </a:r>
            <a:r>
              <a:rPr lang="en-US" sz="2400" i="1"/>
              <a:t>United States Botanic Garden</a:t>
            </a:r>
            <a:r>
              <a:rPr lang="en-US" sz="2400"/>
              <a:t>, Aug. 23, 2022. https://www.usbg.gov/blog/researchers-complete-first-comprehensive-threat-assessment-all-us-trees (accessed Sept. 08, 2026).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pPr>
              <a:defRPr/>
            </a:pP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[3] M. Li, H. Li, X. Ding, L. Wang, X. Wang, and F. Chen, "The detection of pine wilt disease: A literature review," Int. J. Mol. Sci., vol. 23, no. 18, p. 10797, Sep. 2022,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doi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: 10.3390/ijms231810797.</a:t>
            </a:r>
            <a:endParaRPr lang="en-US" sz="2400">
              <a:solidFill>
                <a:prstClr val="black"/>
              </a:solidFill>
              <a:ea typeface="Calibri"/>
              <a:cs typeface="Calibri"/>
            </a:endParaRPr>
          </a:p>
          <a:p>
            <a:pPr>
              <a:defRPr/>
            </a:pPr>
            <a:endParaRPr lang="en-US" sz="2400">
              <a:ea typeface="Calibri"/>
              <a:cs typeface="Calibri"/>
            </a:endParaRPr>
          </a:p>
          <a:p>
            <a:pPr>
              <a:defRPr/>
            </a:pP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[4] S. Tahir, S. S. Hassan, L. Yang, M. Ma, and C. Li, "Detection methods for pine wilt disease: A comprehensive review," Plants, vol. 13, no. 20, p. 2876, Oct. 2024,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doi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: 10.3390/plants13202876.</a:t>
            </a:r>
            <a:endParaRPr lang="en-US" sz="2400">
              <a:solidFill>
                <a:prstClr val="black"/>
              </a:solidFill>
              <a:ea typeface="Calibri"/>
              <a:cs typeface="Calibri"/>
            </a:endParaRPr>
          </a:p>
        </p:txBody>
      </p:sp>
      <p:pic>
        <p:nvPicPr>
          <p:cNvPr id="20" name="Picture 19" descr="Reliability &amp; Tree Trimming">
            <a:extLst>
              <a:ext uri="{FF2B5EF4-FFF2-40B4-BE49-F238E27FC236}">
                <a16:creationId xmlns:a16="http://schemas.microsoft.com/office/drawing/2014/main" id="{22D190BB-3E48-4F6B-B088-626CE4A27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4013" y="19376690"/>
            <a:ext cx="10381123" cy="44016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B6C8D4-2D95-6302-0067-C15370DA2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9813" y="7591235"/>
            <a:ext cx="19646646" cy="101768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E69077-E1B1-D87E-76FB-B88FAC474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9813" y="19139726"/>
            <a:ext cx="20276300" cy="1281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0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B4D05BD3F26149845B3B9471E613D0" ma:contentTypeVersion="3" ma:contentTypeDescription="Create a new document." ma:contentTypeScope="" ma:versionID="d0993df46382ba1424e6671a720bd37f">
  <xsd:schema xmlns:xsd="http://www.w3.org/2001/XMLSchema" xmlns:xs="http://www.w3.org/2001/XMLSchema" xmlns:p="http://schemas.microsoft.com/office/2006/metadata/properties" xmlns:ns2="18818139-5856-4594-9446-0ade22aa1a41" targetNamespace="http://schemas.microsoft.com/office/2006/metadata/properties" ma:root="true" ma:fieldsID="4a6fc805904cf4ce7aedfa21b1d488d3" ns2:_="">
    <xsd:import namespace="18818139-5856-4594-9446-0ade22aa1a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818139-5856-4594-9446-0ade22aa1a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4975E3-2FA5-4E32-9185-F9D729715D6F}">
  <ds:schemaRefs>
    <ds:schemaRef ds:uri="18818139-5856-4594-9446-0ade22aa1a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856850-3F29-445E-84CE-6332E1B91DDD}">
  <ds:schemaRefs>
    <ds:schemaRef ds:uri="18818139-5856-4594-9446-0ade22aa1a4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3AFC1F0-7EBC-4AD6-9106-29CA9D071F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 Foe, Thomas</dc:creator>
  <cp:revision>1</cp:revision>
  <dcterms:created xsi:type="dcterms:W3CDTF">2022-02-15T17:05:15Z</dcterms:created>
  <dcterms:modified xsi:type="dcterms:W3CDTF">2026-09-10T22:34:57Z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0x010100BDB4D05BD3F26149845B3B9471E613D0</vt:lpwstr>
  </property>
</Properties>
</file>